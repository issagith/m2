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6858000" cx="12192000"/>
  <p:notesSz cx="6858000" cy="9144000"/>
  <p:embeddedFontLst>
    <p:embeddedFont>
      <p:font typeface="Nunito"/>
      <p:regular r:id="rId37"/>
      <p:bold r:id="rId38"/>
      <p:italic r:id="rId39"/>
      <p:boldItalic r:id="rId40"/>
    </p:embeddedFont>
    <p:embeddedFont>
      <p:font typeface="Maven Pro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3" roundtripDataSignature="AMtx7mhWKdGzee6+bCnw6oV/HB2j+S0u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-boldItalic.fntdata"/><Relationship Id="rId20" Type="http://schemas.openxmlformats.org/officeDocument/2006/relationships/slide" Target="slides/slide15.xml"/><Relationship Id="rId42" Type="http://schemas.openxmlformats.org/officeDocument/2006/relationships/font" Target="fonts/MavenPro-bold.fntdata"/><Relationship Id="rId41" Type="http://schemas.openxmlformats.org/officeDocument/2006/relationships/font" Target="fonts/MavenPro-regular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Nunito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Nunito-italic.fntdata"/><Relationship Id="rId16" Type="http://schemas.openxmlformats.org/officeDocument/2006/relationships/slide" Target="slides/slide11.xml"/><Relationship Id="rId38" Type="http://schemas.openxmlformats.org/officeDocument/2006/relationships/font" Target="fonts/Nunit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2" name="Google Shape;48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8" name="Google Shape;48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1" name="Google Shape;50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1" name="Google Shape;5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8" name="Google Shape;5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4" name="Google Shape;5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5" name="Google Shape;5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1" name="Google Shape;5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4" name="Google Shape;57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4" name="Google Shape;58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4" name="Google Shape;59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4" name="Google Shape;60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6" name="Google Shape;61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4" name="Google Shape;62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2680f6110f_0_1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g32680f6110f_0_1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2680f6110f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" name="Google Shape;640;g32680f6110f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2680f6110f_0_6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g32680f6110f_0_6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2680f6110f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g32680f6110f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2680f6110f_0_6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g32680f6110f_0_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2680f6110f_0_6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g32680f6110f_0_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3" name="Google Shape;68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2" name="Google Shape;69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1" name="Google Shape;70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7" name="Google Shape;70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9" name="Google Shape;71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0" name="Google Shape;73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7" name="Google Shape;76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8" name="Google Shape;79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9" name="Google Shape;82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7" name="Google Shape;83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8" name="Google Shape;84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/>
          <p:nvPr>
            <p:ph type="ctrTitle"/>
          </p:nvPr>
        </p:nvSpPr>
        <p:spPr>
          <a:xfrm>
            <a:off x="6416040" y="4434840"/>
            <a:ext cx="4941771" cy="11222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2"/>
          <p:cNvSpPr txBox="1"/>
          <p:nvPr>
            <p:ph idx="1" type="subTitle"/>
          </p:nvPr>
        </p:nvSpPr>
        <p:spPr>
          <a:xfrm>
            <a:off x="6416041" y="5586890"/>
            <a:ext cx="4941770" cy="396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8" name="Google Shape;18;p42"/>
          <p:cNvPicPr preferRelativeResize="0"/>
          <p:nvPr/>
        </p:nvPicPr>
        <p:blipFill rotWithShape="1">
          <a:blip r:embed="rId2">
            <a:alphaModFix/>
          </a:blip>
          <a:srcRect b="-1" l="9358" r="0" t="23650"/>
          <a:stretch/>
        </p:blipFill>
        <p:spPr>
          <a:xfrm>
            <a:off x="0" y="0"/>
            <a:ext cx="9488312" cy="5054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 type="obj">
  <p:cSld name="OBJECT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3"/>
          <p:cNvPicPr preferRelativeResize="0"/>
          <p:nvPr/>
        </p:nvPicPr>
        <p:blipFill rotWithShape="1">
          <a:blip r:embed="rId2">
            <a:alphaModFix/>
          </a:blip>
          <a:srcRect b="23070" l="0" r="28339" t="1830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3"/>
          <p:cNvSpPr txBox="1"/>
          <p:nvPr>
            <p:ph type="title"/>
          </p:nvPr>
        </p:nvSpPr>
        <p:spPr>
          <a:xfrm>
            <a:off x="1333500" y="1020445"/>
            <a:ext cx="289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3"/>
          <p:cNvSpPr txBox="1"/>
          <p:nvPr>
            <p:ph idx="1" type="body"/>
          </p:nvPr>
        </p:nvSpPr>
        <p:spPr>
          <a:xfrm>
            <a:off x="1333500" y="2924175"/>
            <a:ext cx="2895600" cy="2519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3"/>
          <p:cNvSpPr txBox="1"/>
          <p:nvPr>
            <p:ph idx="10" type="dt"/>
          </p:nvPr>
        </p:nvSpPr>
        <p:spPr>
          <a:xfrm>
            <a:off x="1333500" y="6356350"/>
            <a:ext cx="9851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3"/>
          <p:cNvSpPr txBox="1"/>
          <p:nvPr>
            <p:ph idx="11" type="ftr"/>
          </p:nvPr>
        </p:nvSpPr>
        <p:spPr>
          <a:xfrm>
            <a:off x="2669886" y="6356349"/>
            <a:ext cx="248284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3"/>
          <p:cNvSpPr txBox="1"/>
          <p:nvPr>
            <p:ph idx="12" type="sldNum"/>
          </p:nvPr>
        </p:nvSpPr>
        <p:spPr>
          <a:xfrm>
            <a:off x="5536305" y="6356350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4"/>
          <p:cNvSpPr txBox="1"/>
          <p:nvPr>
            <p:ph type="title"/>
          </p:nvPr>
        </p:nvSpPr>
        <p:spPr>
          <a:xfrm>
            <a:off x="1362075" y="1671639"/>
            <a:ext cx="5111750" cy="1204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4"/>
          <p:cNvSpPr txBox="1"/>
          <p:nvPr>
            <p:ph idx="1" type="body"/>
          </p:nvPr>
        </p:nvSpPr>
        <p:spPr>
          <a:xfrm>
            <a:off x="1362075" y="3660774"/>
            <a:ext cx="5111750" cy="1525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" name="Google Shape;29;p44"/>
          <p:cNvSpPr txBox="1"/>
          <p:nvPr>
            <p:ph idx="10" type="dt"/>
          </p:nvPr>
        </p:nvSpPr>
        <p:spPr>
          <a:xfrm>
            <a:off x="838200" y="6356350"/>
            <a:ext cx="1219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4"/>
          <p:cNvSpPr txBox="1"/>
          <p:nvPr>
            <p:ph idx="11" type="ftr"/>
          </p:nvPr>
        </p:nvSpPr>
        <p:spPr>
          <a:xfrm>
            <a:off x="2463800" y="6356350"/>
            <a:ext cx="3479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2" name="Google Shape;32;p44"/>
          <p:cNvGrpSpPr/>
          <p:nvPr/>
        </p:nvGrpSpPr>
        <p:grpSpPr>
          <a:xfrm>
            <a:off x="6953250" y="-25401"/>
            <a:ext cx="5238750" cy="6902451"/>
            <a:chOff x="6953250" y="-25401"/>
            <a:chExt cx="5238750" cy="6902451"/>
          </a:xfrm>
        </p:grpSpPr>
        <p:cxnSp>
          <p:nvCxnSpPr>
            <p:cNvPr id="33" name="Google Shape;33;p44"/>
            <p:cNvCxnSpPr/>
            <p:nvPr/>
          </p:nvCxnSpPr>
          <p:spPr>
            <a:xfrm>
              <a:off x="9096375" y="1497012"/>
              <a:ext cx="3095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" name="Google Shape;34;p44"/>
            <p:cNvCxnSpPr/>
            <p:nvPr/>
          </p:nvCxnSpPr>
          <p:spPr>
            <a:xfrm flipH="1">
              <a:off x="6953250" y="-25401"/>
              <a:ext cx="3790950" cy="690245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">
  <p:cSld name="Section Break">
    <p:bg>
      <p:bgPr>
        <a:solidFill>
          <a:schemeClr val="dk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5"/>
          <p:cNvSpPr txBox="1"/>
          <p:nvPr>
            <p:ph type="ctrTitle"/>
          </p:nvPr>
        </p:nvSpPr>
        <p:spPr>
          <a:xfrm>
            <a:off x="6991350" y="2148840"/>
            <a:ext cx="4179570" cy="17155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5"/>
          <p:cNvSpPr txBox="1"/>
          <p:nvPr>
            <p:ph idx="1" type="subTitle"/>
          </p:nvPr>
        </p:nvSpPr>
        <p:spPr>
          <a:xfrm>
            <a:off x="6991350" y="3962003"/>
            <a:ext cx="417957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38" name="Google Shape;38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28675"/>
            <a:ext cx="5876925" cy="520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rt Art">
  <p:cSld name="Smart Art"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46"/>
          <p:cNvGrpSpPr/>
          <p:nvPr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41" name="Google Shape;41;p46"/>
            <p:cNvCxnSpPr/>
            <p:nvPr/>
          </p:nvCxnSpPr>
          <p:spPr>
            <a:xfrm flipH="1" rot="10800000">
              <a:off x="0" y="0"/>
              <a:ext cx="25908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" name="Google Shape;42;p46"/>
            <p:cNvCxnSpPr/>
            <p:nvPr/>
          </p:nvCxnSpPr>
          <p:spPr>
            <a:xfrm flipH="1">
              <a:off x="0" y="0"/>
              <a:ext cx="704850" cy="102790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3" name="Google Shape;43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6"/>
          <p:cNvSpPr/>
          <p:nvPr>
            <p:ph idx="2" type="dgm"/>
          </p:nvPr>
        </p:nvSpPr>
        <p:spPr>
          <a:xfrm>
            <a:off x="838200" y="2111375"/>
            <a:ext cx="10515600" cy="3744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Table"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Closing"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8"/>
          <p:cNvSpPr txBox="1"/>
          <p:nvPr>
            <p:ph type="ctrTitle"/>
          </p:nvPr>
        </p:nvSpPr>
        <p:spPr>
          <a:xfrm>
            <a:off x="4267200" y="1615736"/>
            <a:ext cx="4179570" cy="15247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8"/>
          <p:cNvSpPr txBox="1"/>
          <p:nvPr>
            <p:ph idx="1" type="subTitle"/>
          </p:nvPr>
        </p:nvSpPr>
        <p:spPr>
          <a:xfrm>
            <a:off x="4267200" y="3238103"/>
            <a:ext cx="4179570" cy="1371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56" name="Google Shape;56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317693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8"/>
          <p:cNvSpPr txBox="1"/>
          <p:nvPr>
            <p:ph idx="10" type="dt"/>
          </p:nvPr>
        </p:nvSpPr>
        <p:spPr>
          <a:xfrm>
            <a:off x="4267200" y="6356350"/>
            <a:ext cx="17743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8"/>
          <p:cNvSpPr txBox="1"/>
          <p:nvPr>
            <p:ph idx="11" type="ftr"/>
          </p:nvPr>
        </p:nvSpPr>
        <p:spPr>
          <a:xfrm>
            <a:off x="6479721" y="6356350"/>
            <a:ext cx="26615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8"/>
          <p:cNvSpPr txBox="1"/>
          <p:nvPr>
            <p:ph idx="12" type="sldNum"/>
          </p:nvPr>
        </p:nvSpPr>
        <p:spPr>
          <a:xfrm>
            <a:off x="9579428" y="6356350"/>
            <a:ext cx="17743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c1d41e65be_0_116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" name="Google Shape;62;g2c1d41e65be_0_116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63" name="Google Shape;63;g2c1d41e65be_0_1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g2c1d41e65be_0_1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" name="Google Shape;65;g2c1d41e65be_0_116"/>
          <p:cNvSpPr txBox="1"/>
          <p:nvPr>
            <p:ph type="title"/>
          </p:nvPr>
        </p:nvSpPr>
        <p:spPr>
          <a:xfrm>
            <a:off x="972600" y="1758200"/>
            <a:ext cx="102516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6" name="Google Shape;66;g2c1d41e65be_0_116"/>
          <p:cNvSpPr txBox="1"/>
          <p:nvPr>
            <p:ph idx="1" type="body"/>
          </p:nvPr>
        </p:nvSpPr>
        <p:spPr>
          <a:xfrm>
            <a:off x="972600" y="2771833"/>
            <a:ext cx="10251600" cy="30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g2c1d41e65be_0_116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hart">
    <p:bg>
      <p:bgPr>
        <a:solidFill>
          <a:schemeClr val="accen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49"/>
          <p:cNvSpPr/>
          <p:nvPr>
            <p:ph idx="2" type="chart"/>
          </p:nvPr>
        </p:nvSpPr>
        <p:spPr>
          <a:xfrm>
            <a:off x="838200" y="2111608"/>
            <a:ext cx="10515600" cy="374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55816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0"/>
          <p:cNvSpPr txBox="1"/>
          <p:nvPr>
            <p:ph type="title"/>
          </p:nvPr>
        </p:nvSpPr>
        <p:spPr>
          <a:xfrm>
            <a:off x="4657724" y="2809875"/>
            <a:ext cx="6696075" cy="190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0"/>
          <p:cNvSpPr txBox="1"/>
          <p:nvPr>
            <p:ph idx="1" type="subTitle"/>
          </p:nvPr>
        </p:nvSpPr>
        <p:spPr>
          <a:xfrm>
            <a:off x="4657725" y="5028803"/>
            <a:ext cx="6696074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1600"/>
              <a:buNone/>
              <a:defRPr sz="1600">
                <a:solidFill>
                  <a:srgbClr val="75707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8" name="Google Shape;78;p50"/>
          <p:cNvSpPr txBox="1"/>
          <p:nvPr>
            <p:ph idx="10" type="dt"/>
          </p:nvPr>
        </p:nvSpPr>
        <p:spPr>
          <a:xfrm>
            <a:off x="4676774" y="6356350"/>
            <a:ext cx="1695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0"/>
          <p:cNvSpPr txBox="1"/>
          <p:nvPr>
            <p:ph idx="11" type="ftr"/>
          </p:nvPr>
        </p:nvSpPr>
        <p:spPr>
          <a:xfrm>
            <a:off x="6743699" y="6356350"/>
            <a:ext cx="25431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0"/>
          <p:cNvSpPr txBox="1"/>
          <p:nvPr>
            <p:ph idx="12" type="sldNum"/>
          </p:nvPr>
        </p:nvSpPr>
        <p:spPr>
          <a:xfrm>
            <a:off x="9658350" y="6356350"/>
            <a:ext cx="16954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1" name="Google Shape;81;p50"/>
          <p:cNvCxnSpPr/>
          <p:nvPr/>
        </p:nvCxnSpPr>
        <p:spPr>
          <a:xfrm flipH="1" rot="10800000">
            <a:off x="2209800" y="0"/>
            <a:ext cx="2438400" cy="685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Slide 4 People">
  <p:cSld name="Team Slide 4 People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1"/>
          <p:cNvSpPr txBox="1"/>
          <p:nvPr>
            <p:ph type="title"/>
          </p:nvPr>
        </p:nvSpPr>
        <p:spPr>
          <a:xfrm>
            <a:off x="1885156" y="892177"/>
            <a:ext cx="842168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1"/>
          <p:cNvSpPr/>
          <p:nvPr>
            <p:ph idx="2" type="pic"/>
          </p:nvPr>
        </p:nvSpPr>
        <p:spPr>
          <a:xfrm>
            <a:off x="1487181" y="2886074"/>
            <a:ext cx="1845511" cy="184551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5" name="Google Shape;85;p51"/>
          <p:cNvSpPr txBox="1"/>
          <p:nvPr>
            <p:ph idx="1" type="body"/>
          </p:nvPr>
        </p:nvSpPr>
        <p:spPr>
          <a:xfrm>
            <a:off x="1228568" y="5084524"/>
            <a:ext cx="2317707" cy="343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51"/>
          <p:cNvSpPr txBox="1"/>
          <p:nvPr>
            <p:ph idx="3" type="body"/>
          </p:nvPr>
        </p:nvSpPr>
        <p:spPr>
          <a:xfrm>
            <a:off x="1487181" y="5464114"/>
            <a:ext cx="1845511" cy="343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7" name="Google Shape;87;p51"/>
          <p:cNvSpPr/>
          <p:nvPr>
            <p:ph idx="4" type="pic"/>
          </p:nvPr>
        </p:nvSpPr>
        <p:spPr>
          <a:xfrm>
            <a:off x="3836914" y="2886074"/>
            <a:ext cx="1845511" cy="184551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8" name="Google Shape;88;p51"/>
          <p:cNvSpPr txBox="1"/>
          <p:nvPr>
            <p:ph idx="5" type="body"/>
          </p:nvPr>
        </p:nvSpPr>
        <p:spPr>
          <a:xfrm>
            <a:off x="3578300" y="5084524"/>
            <a:ext cx="2330816" cy="343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9" name="Google Shape;89;p51"/>
          <p:cNvSpPr txBox="1"/>
          <p:nvPr>
            <p:ph idx="6" type="body"/>
          </p:nvPr>
        </p:nvSpPr>
        <p:spPr>
          <a:xfrm>
            <a:off x="3836913" y="5478796"/>
            <a:ext cx="1855949" cy="343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0" name="Google Shape;90;p51"/>
          <p:cNvSpPr/>
          <p:nvPr>
            <p:ph idx="7" type="pic"/>
          </p:nvPr>
        </p:nvSpPr>
        <p:spPr>
          <a:xfrm>
            <a:off x="6327578" y="2886074"/>
            <a:ext cx="1845511" cy="184551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1" name="Google Shape;91;p51"/>
          <p:cNvSpPr txBox="1"/>
          <p:nvPr>
            <p:ph idx="8" type="body"/>
          </p:nvPr>
        </p:nvSpPr>
        <p:spPr>
          <a:xfrm>
            <a:off x="6068964" y="5084524"/>
            <a:ext cx="2317707" cy="343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2" name="Google Shape;92;p51"/>
          <p:cNvSpPr txBox="1"/>
          <p:nvPr>
            <p:ph idx="9" type="body"/>
          </p:nvPr>
        </p:nvSpPr>
        <p:spPr>
          <a:xfrm>
            <a:off x="6327577" y="5478796"/>
            <a:ext cx="1845511" cy="343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3" name="Google Shape;93;p51"/>
          <p:cNvSpPr/>
          <p:nvPr>
            <p:ph idx="13" type="pic"/>
          </p:nvPr>
        </p:nvSpPr>
        <p:spPr>
          <a:xfrm>
            <a:off x="8747458" y="2886074"/>
            <a:ext cx="1845511" cy="184551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4" name="Google Shape;94;p51"/>
          <p:cNvSpPr txBox="1"/>
          <p:nvPr>
            <p:ph idx="14" type="body"/>
          </p:nvPr>
        </p:nvSpPr>
        <p:spPr>
          <a:xfrm>
            <a:off x="8488845" y="5084524"/>
            <a:ext cx="2317706" cy="343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5" name="Google Shape;95;p51"/>
          <p:cNvSpPr txBox="1"/>
          <p:nvPr>
            <p:ph idx="15" type="body"/>
          </p:nvPr>
        </p:nvSpPr>
        <p:spPr>
          <a:xfrm>
            <a:off x="8747458" y="5464114"/>
            <a:ext cx="1845510" cy="343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6" name="Google Shape;96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9" name="Google Shape;99;p51"/>
          <p:cNvGrpSpPr/>
          <p:nvPr/>
        </p:nvGrpSpPr>
        <p:grpSpPr>
          <a:xfrm>
            <a:off x="7334250" y="0"/>
            <a:ext cx="4857750" cy="1724025"/>
            <a:chOff x="7334250" y="0"/>
            <a:chExt cx="4857750" cy="1724025"/>
          </a:xfrm>
        </p:grpSpPr>
        <p:cxnSp>
          <p:nvCxnSpPr>
            <p:cNvPr id="100" name="Google Shape;100;p51"/>
            <p:cNvCxnSpPr/>
            <p:nvPr/>
          </p:nvCxnSpPr>
          <p:spPr>
            <a:xfrm rot="10800000">
              <a:off x="7334250" y="0"/>
              <a:ext cx="485775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1" name="Google Shape;101;p51"/>
            <p:cNvCxnSpPr/>
            <p:nvPr/>
          </p:nvCxnSpPr>
          <p:spPr>
            <a:xfrm>
              <a:off x="11487150" y="0"/>
              <a:ext cx="704850" cy="17240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Slide 8 People">
  <p:cSld name="Team Slide 8 People"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52"/>
          <p:cNvGrpSpPr/>
          <p:nvPr/>
        </p:nvGrpSpPr>
        <p:grpSpPr>
          <a:xfrm>
            <a:off x="0" y="473953"/>
            <a:ext cx="12192000" cy="5621336"/>
            <a:chOff x="0" y="473953"/>
            <a:chExt cx="12192000" cy="5621336"/>
          </a:xfrm>
        </p:grpSpPr>
        <p:pic>
          <p:nvPicPr>
            <p:cNvPr id="104" name="Google Shape;104;p5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473953"/>
              <a:ext cx="2057400" cy="1647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49000" y="5180889"/>
              <a:ext cx="11430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52"/>
          <p:cNvSpPr txBox="1"/>
          <p:nvPr>
            <p:ph type="title"/>
          </p:nvPr>
        </p:nvSpPr>
        <p:spPr>
          <a:xfrm>
            <a:off x="1885156" y="892177"/>
            <a:ext cx="842168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2"/>
          <p:cNvSpPr/>
          <p:nvPr>
            <p:ph idx="2" type="pic"/>
          </p:nvPr>
        </p:nvSpPr>
        <p:spPr>
          <a:xfrm>
            <a:off x="1877176" y="2428875"/>
            <a:ext cx="1066800" cy="1066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8" name="Google Shape;108;p52"/>
          <p:cNvSpPr txBox="1"/>
          <p:nvPr>
            <p:ph idx="1" type="body"/>
          </p:nvPr>
        </p:nvSpPr>
        <p:spPr>
          <a:xfrm>
            <a:off x="1500168" y="3654378"/>
            <a:ext cx="1828800" cy="343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9" name="Google Shape;109;p52"/>
          <p:cNvSpPr txBox="1"/>
          <p:nvPr>
            <p:ph idx="3" type="body"/>
          </p:nvPr>
        </p:nvSpPr>
        <p:spPr>
          <a:xfrm>
            <a:off x="1500168" y="3809747"/>
            <a:ext cx="1828800" cy="343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0" name="Google Shape;110;p52"/>
          <p:cNvSpPr/>
          <p:nvPr>
            <p:ph idx="4" type="pic"/>
          </p:nvPr>
        </p:nvSpPr>
        <p:spPr>
          <a:xfrm>
            <a:off x="4226270" y="2428875"/>
            <a:ext cx="1066800" cy="1066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11" name="Google Shape;111;p52"/>
          <p:cNvSpPr txBox="1"/>
          <p:nvPr>
            <p:ph idx="5" type="body"/>
          </p:nvPr>
        </p:nvSpPr>
        <p:spPr>
          <a:xfrm>
            <a:off x="3849262" y="3654378"/>
            <a:ext cx="1828800" cy="343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2" name="Google Shape;112;p52"/>
          <p:cNvSpPr txBox="1"/>
          <p:nvPr>
            <p:ph idx="6" type="body"/>
          </p:nvPr>
        </p:nvSpPr>
        <p:spPr>
          <a:xfrm>
            <a:off x="3849262" y="3809747"/>
            <a:ext cx="1828800" cy="343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3" name="Google Shape;113;p52"/>
          <p:cNvSpPr/>
          <p:nvPr>
            <p:ph idx="7" type="pic"/>
          </p:nvPr>
        </p:nvSpPr>
        <p:spPr>
          <a:xfrm>
            <a:off x="6655584" y="2428875"/>
            <a:ext cx="1066800" cy="1066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14" name="Google Shape;114;p52"/>
          <p:cNvSpPr txBox="1"/>
          <p:nvPr>
            <p:ph idx="8" type="body"/>
          </p:nvPr>
        </p:nvSpPr>
        <p:spPr>
          <a:xfrm>
            <a:off x="6198355" y="3654378"/>
            <a:ext cx="2105135" cy="343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5" name="Google Shape;115;p52"/>
          <p:cNvSpPr txBox="1"/>
          <p:nvPr>
            <p:ph idx="9" type="body"/>
          </p:nvPr>
        </p:nvSpPr>
        <p:spPr>
          <a:xfrm>
            <a:off x="6095999" y="3809747"/>
            <a:ext cx="2299855" cy="343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52"/>
          <p:cNvSpPr/>
          <p:nvPr>
            <p:ph idx="13" type="pic"/>
          </p:nvPr>
        </p:nvSpPr>
        <p:spPr>
          <a:xfrm>
            <a:off x="9136814" y="2428875"/>
            <a:ext cx="1066800" cy="1066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17" name="Google Shape;117;p52"/>
          <p:cNvSpPr txBox="1"/>
          <p:nvPr>
            <p:ph idx="14" type="body"/>
          </p:nvPr>
        </p:nvSpPr>
        <p:spPr>
          <a:xfrm>
            <a:off x="8759806" y="3654378"/>
            <a:ext cx="1828800" cy="343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52"/>
          <p:cNvSpPr txBox="1"/>
          <p:nvPr>
            <p:ph idx="15" type="body"/>
          </p:nvPr>
        </p:nvSpPr>
        <p:spPr>
          <a:xfrm>
            <a:off x="8744480" y="3809747"/>
            <a:ext cx="1844126" cy="343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9" name="Google Shape;119;p52"/>
          <p:cNvSpPr/>
          <p:nvPr>
            <p:ph idx="16" type="pic"/>
          </p:nvPr>
        </p:nvSpPr>
        <p:spPr>
          <a:xfrm>
            <a:off x="1877176" y="4287711"/>
            <a:ext cx="1066800" cy="1066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20" name="Google Shape;120;p52"/>
          <p:cNvSpPr txBox="1"/>
          <p:nvPr>
            <p:ph idx="17" type="body"/>
          </p:nvPr>
        </p:nvSpPr>
        <p:spPr>
          <a:xfrm>
            <a:off x="1500168" y="5513214"/>
            <a:ext cx="1828800" cy="343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1" name="Google Shape;121;p52"/>
          <p:cNvSpPr txBox="1"/>
          <p:nvPr>
            <p:ph idx="18" type="body"/>
          </p:nvPr>
        </p:nvSpPr>
        <p:spPr>
          <a:xfrm>
            <a:off x="1500168" y="5668583"/>
            <a:ext cx="1828800" cy="343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52"/>
          <p:cNvSpPr/>
          <p:nvPr>
            <p:ph idx="19" type="pic"/>
          </p:nvPr>
        </p:nvSpPr>
        <p:spPr>
          <a:xfrm>
            <a:off x="4226270" y="4287711"/>
            <a:ext cx="1066800" cy="1066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23" name="Google Shape;123;p52"/>
          <p:cNvSpPr txBox="1"/>
          <p:nvPr>
            <p:ph idx="20" type="body"/>
          </p:nvPr>
        </p:nvSpPr>
        <p:spPr>
          <a:xfrm>
            <a:off x="3849262" y="5513214"/>
            <a:ext cx="1828800" cy="343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" name="Google Shape;124;p52"/>
          <p:cNvSpPr txBox="1"/>
          <p:nvPr>
            <p:ph idx="21" type="body"/>
          </p:nvPr>
        </p:nvSpPr>
        <p:spPr>
          <a:xfrm>
            <a:off x="3849262" y="5668583"/>
            <a:ext cx="1828800" cy="343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5" name="Google Shape;125;p52"/>
          <p:cNvSpPr/>
          <p:nvPr>
            <p:ph idx="22" type="pic"/>
          </p:nvPr>
        </p:nvSpPr>
        <p:spPr>
          <a:xfrm>
            <a:off x="6655584" y="4287711"/>
            <a:ext cx="1066800" cy="1066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26" name="Google Shape;126;p52"/>
          <p:cNvSpPr txBox="1"/>
          <p:nvPr>
            <p:ph idx="23" type="body"/>
          </p:nvPr>
        </p:nvSpPr>
        <p:spPr>
          <a:xfrm>
            <a:off x="6339926" y="5513214"/>
            <a:ext cx="1828800" cy="343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7" name="Google Shape;127;p52"/>
          <p:cNvSpPr txBox="1"/>
          <p:nvPr>
            <p:ph idx="24" type="body"/>
          </p:nvPr>
        </p:nvSpPr>
        <p:spPr>
          <a:xfrm>
            <a:off x="6339926" y="5668583"/>
            <a:ext cx="1813474" cy="343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8" name="Google Shape;128;p52"/>
          <p:cNvSpPr/>
          <p:nvPr>
            <p:ph idx="25" type="pic"/>
          </p:nvPr>
        </p:nvSpPr>
        <p:spPr>
          <a:xfrm>
            <a:off x="9136814" y="4287711"/>
            <a:ext cx="1066800" cy="10668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29" name="Google Shape;129;p52"/>
          <p:cNvSpPr txBox="1"/>
          <p:nvPr>
            <p:ph idx="26" type="body"/>
          </p:nvPr>
        </p:nvSpPr>
        <p:spPr>
          <a:xfrm>
            <a:off x="8759806" y="5513214"/>
            <a:ext cx="1828800" cy="343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0" name="Google Shape;130;p52"/>
          <p:cNvSpPr txBox="1"/>
          <p:nvPr>
            <p:ph idx="27" type="body"/>
          </p:nvPr>
        </p:nvSpPr>
        <p:spPr>
          <a:xfrm>
            <a:off x="8744480" y="5668583"/>
            <a:ext cx="1844126" cy="343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1" name="Google Shape;131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Timeline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3"/>
          <p:cNvSpPr/>
          <p:nvPr/>
        </p:nvSpPr>
        <p:spPr>
          <a:xfrm>
            <a:off x="2113884" y="0"/>
            <a:ext cx="10078116" cy="6858000"/>
          </a:xfrm>
          <a:custGeom>
            <a:rect b="b" l="l" r="r" t="t"/>
            <a:pathLst>
              <a:path extrusionOk="0" h="6858000" w="10078116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3"/>
          <p:cNvSpPr txBox="1"/>
          <p:nvPr>
            <p:ph type="title"/>
          </p:nvPr>
        </p:nvSpPr>
        <p:spPr>
          <a:xfrm>
            <a:off x="838200" y="5509419"/>
            <a:ext cx="4082142" cy="585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53"/>
          <p:cNvSpPr txBox="1"/>
          <p:nvPr>
            <p:ph idx="1" type="body"/>
          </p:nvPr>
        </p:nvSpPr>
        <p:spPr>
          <a:xfrm>
            <a:off x="166074" y="1507772"/>
            <a:ext cx="2141764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53"/>
          <p:cNvSpPr txBox="1"/>
          <p:nvPr>
            <p:ph idx="2" type="body"/>
          </p:nvPr>
        </p:nvSpPr>
        <p:spPr>
          <a:xfrm>
            <a:off x="732131" y="2584097"/>
            <a:ext cx="2141764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53"/>
          <p:cNvSpPr txBox="1"/>
          <p:nvPr>
            <p:ph idx="3" type="body"/>
          </p:nvPr>
        </p:nvSpPr>
        <p:spPr>
          <a:xfrm>
            <a:off x="1338556" y="3660422"/>
            <a:ext cx="2141764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53"/>
          <p:cNvSpPr txBox="1"/>
          <p:nvPr>
            <p:ph idx="4" type="body"/>
          </p:nvPr>
        </p:nvSpPr>
        <p:spPr>
          <a:xfrm>
            <a:off x="1922756" y="4736748"/>
            <a:ext cx="2141764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53"/>
          <p:cNvSpPr txBox="1"/>
          <p:nvPr>
            <p:ph idx="5" type="body"/>
          </p:nvPr>
        </p:nvSpPr>
        <p:spPr>
          <a:xfrm>
            <a:off x="4401536" y="1613528"/>
            <a:ext cx="5102680" cy="1010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53"/>
          <p:cNvSpPr txBox="1"/>
          <p:nvPr>
            <p:ph idx="6" type="body"/>
          </p:nvPr>
        </p:nvSpPr>
        <p:spPr>
          <a:xfrm>
            <a:off x="4986029" y="2682564"/>
            <a:ext cx="5102680" cy="1010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53"/>
          <p:cNvSpPr txBox="1"/>
          <p:nvPr>
            <p:ph idx="7" type="body"/>
          </p:nvPr>
        </p:nvSpPr>
        <p:spPr>
          <a:xfrm>
            <a:off x="5576938" y="3755394"/>
            <a:ext cx="5102680" cy="1010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53"/>
          <p:cNvSpPr txBox="1"/>
          <p:nvPr>
            <p:ph idx="8" type="body"/>
          </p:nvPr>
        </p:nvSpPr>
        <p:spPr>
          <a:xfrm>
            <a:off x="6175280" y="4824430"/>
            <a:ext cx="5102680" cy="1010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53"/>
          <p:cNvSpPr txBox="1"/>
          <p:nvPr>
            <p:ph idx="11" type="ftr"/>
          </p:nvPr>
        </p:nvSpPr>
        <p:spPr>
          <a:xfrm>
            <a:off x="6749143" y="6356350"/>
            <a:ext cx="37759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53"/>
          <p:cNvSpPr txBox="1"/>
          <p:nvPr>
            <p:ph idx="12" type="sldNum"/>
          </p:nvPr>
        </p:nvSpPr>
        <p:spPr>
          <a:xfrm>
            <a:off x="10810874" y="6356350"/>
            <a:ext cx="542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8" name="Google Shape;148;p53"/>
          <p:cNvCxnSpPr/>
          <p:nvPr/>
        </p:nvCxnSpPr>
        <p:spPr>
          <a:xfrm>
            <a:off x="4353515" y="5023933"/>
            <a:ext cx="151321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" name="Google Shape;149;p53"/>
          <p:cNvCxnSpPr/>
          <p:nvPr/>
        </p:nvCxnSpPr>
        <p:spPr>
          <a:xfrm>
            <a:off x="3759917" y="3948451"/>
            <a:ext cx="151321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" name="Google Shape;150;p53"/>
          <p:cNvCxnSpPr/>
          <p:nvPr/>
        </p:nvCxnSpPr>
        <p:spPr>
          <a:xfrm>
            <a:off x="3173453" y="2872686"/>
            <a:ext cx="151321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" name="Google Shape;151;p53"/>
          <p:cNvCxnSpPr/>
          <p:nvPr/>
        </p:nvCxnSpPr>
        <p:spPr>
          <a:xfrm>
            <a:off x="2586263" y="1796083"/>
            <a:ext cx="151321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TxTwoObj">
  <p:cSld name="TWO_OBJECTS_WITH_TEXT">
    <p:bg>
      <p:bgPr>
        <a:solidFill>
          <a:schemeClr val="accen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4"/>
          <p:cNvSpPr txBox="1"/>
          <p:nvPr>
            <p:ph type="title"/>
          </p:nvPr>
        </p:nvSpPr>
        <p:spPr>
          <a:xfrm>
            <a:off x="2933700" y="892177"/>
            <a:ext cx="842168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54"/>
          <p:cNvSpPr txBox="1"/>
          <p:nvPr>
            <p:ph idx="1" type="body"/>
          </p:nvPr>
        </p:nvSpPr>
        <p:spPr>
          <a:xfrm>
            <a:off x="2933700" y="2776936"/>
            <a:ext cx="39243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5" name="Google Shape;155;p54"/>
          <p:cNvSpPr txBox="1"/>
          <p:nvPr>
            <p:ph idx="2" type="body"/>
          </p:nvPr>
        </p:nvSpPr>
        <p:spPr>
          <a:xfrm>
            <a:off x="2933700" y="3834606"/>
            <a:ext cx="3924300" cy="1997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54"/>
          <p:cNvSpPr txBox="1"/>
          <p:nvPr>
            <p:ph idx="3" type="body"/>
          </p:nvPr>
        </p:nvSpPr>
        <p:spPr>
          <a:xfrm>
            <a:off x="7410173" y="2776936"/>
            <a:ext cx="394362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7" name="Google Shape;157;p54"/>
          <p:cNvSpPr txBox="1"/>
          <p:nvPr>
            <p:ph idx="4" type="body"/>
          </p:nvPr>
        </p:nvSpPr>
        <p:spPr>
          <a:xfrm>
            <a:off x="7410173" y="3834606"/>
            <a:ext cx="3943627" cy="1997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1" name="Google Shape;161;p54"/>
          <p:cNvPicPr preferRelativeResize="0"/>
          <p:nvPr/>
        </p:nvPicPr>
        <p:blipFill rotWithShape="1">
          <a:blip r:embed="rId2">
            <a:alphaModFix/>
          </a:blip>
          <a:srcRect b="22673" l="39434" r="0" t="20278"/>
          <a:stretch/>
        </p:blipFill>
        <p:spPr>
          <a:xfrm>
            <a:off x="25785" y="0"/>
            <a:ext cx="4368030" cy="3912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">
  <p:cSld name="Three Content"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5"/>
          <p:cNvSpPr txBox="1"/>
          <p:nvPr>
            <p:ph type="title"/>
          </p:nvPr>
        </p:nvSpPr>
        <p:spPr>
          <a:xfrm>
            <a:off x="1885156" y="892177"/>
            <a:ext cx="842168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55"/>
          <p:cNvSpPr txBox="1"/>
          <p:nvPr>
            <p:ph idx="1" type="body"/>
          </p:nvPr>
        </p:nvSpPr>
        <p:spPr>
          <a:xfrm>
            <a:off x="1243104" y="2776936"/>
            <a:ext cx="2882475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5" name="Google Shape;165;p55"/>
          <p:cNvSpPr txBox="1"/>
          <p:nvPr>
            <p:ph idx="2" type="body"/>
          </p:nvPr>
        </p:nvSpPr>
        <p:spPr>
          <a:xfrm>
            <a:off x="1243104" y="3834606"/>
            <a:ext cx="2882475" cy="1997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" name="Google Shape;166;p55"/>
          <p:cNvSpPr txBox="1"/>
          <p:nvPr>
            <p:ph idx="3" type="body"/>
          </p:nvPr>
        </p:nvSpPr>
        <p:spPr>
          <a:xfrm>
            <a:off x="4647665" y="2776936"/>
            <a:ext cx="289667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7" name="Google Shape;167;p55"/>
          <p:cNvSpPr txBox="1"/>
          <p:nvPr>
            <p:ph idx="4" type="body"/>
          </p:nvPr>
        </p:nvSpPr>
        <p:spPr>
          <a:xfrm>
            <a:off x="4647665" y="3834606"/>
            <a:ext cx="2896671" cy="1997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55"/>
          <p:cNvSpPr txBox="1"/>
          <p:nvPr>
            <p:ph idx="5" type="body"/>
          </p:nvPr>
        </p:nvSpPr>
        <p:spPr>
          <a:xfrm>
            <a:off x="8066421" y="2776936"/>
            <a:ext cx="2882475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9" name="Google Shape;169;p55"/>
          <p:cNvSpPr txBox="1"/>
          <p:nvPr>
            <p:ph idx="6" type="body"/>
          </p:nvPr>
        </p:nvSpPr>
        <p:spPr>
          <a:xfrm>
            <a:off x="8066421" y="3834606"/>
            <a:ext cx="2882475" cy="1997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3" name="Google Shape;173;p55"/>
          <p:cNvGrpSpPr/>
          <p:nvPr/>
        </p:nvGrpSpPr>
        <p:grpSpPr>
          <a:xfrm>
            <a:off x="0" y="0"/>
            <a:ext cx="2238376" cy="3105150"/>
            <a:chOff x="0" y="0"/>
            <a:chExt cx="2238376" cy="3105150"/>
          </a:xfrm>
        </p:grpSpPr>
        <p:cxnSp>
          <p:nvCxnSpPr>
            <p:cNvPr id="174" name="Google Shape;174;p55"/>
            <p:cNvCxnSpPr/>
            <p:nvPr/>
          </p:nvCxnSpPr>
          <p:spPr>
            <a:xfrm flipH="1">
              <a:off x="0" y="0"/>
              <a:ext cx="1238250" cy="31051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5" name="Google Shape;175;p55"/>
            <p:cNvCxnSpPr/>
            <p:nvPr/>
          </p:nvCxnSpPr>
          <p:spPr>
            <a:xfrm flipH="1">
              <a:off x="0" y="0"/>
              <a:ext cx="2238376" cy="2476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">
  <p:cSld name="Summary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6"/>
          <p:cNvSpPr txBox="1"/>
          <p:nvPr>
            <p:ph type="title"/>
          </p:nvPr>
        </p:nvSpPr>
        <p:spPr>
          <a:xfrm>
            <a:off x="5476875" y="1671639"/>
            <a:ext cx="5111750" cy="1204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56"/>
          <p:cNvSpPr txBox="1"/>
          <p:nvPr>
            <p:ph idx="1" type="body"/>
          </p:nvPr>
        </p:nvSpPr>
        <p:spPr>
          <a:xfrm>
            <a:off x="5476875" y="3660774"/>
            <a:ext cx="5111750" cy="1525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grpSp>
        <p:nvGrpSpPr>
          <p:cNvPr id="179" name="Google Shape;179;p56"/>
          <p:cNvGrpSpPr/>
          <p:nvPr/>
        </p:nvGrpSpPr>
        <p:grpSpPr>
          <a:xfrm>
            <a:off x="0" y="0"/>
            <a:ext cx="4762501" cy="5186363"/>
            <a:chOff x="0" y="0"/>
            <a:chExt cx="4762501" cy="5186363"/>
          </a:xfrm>
        </p:grpSpPr>
        <p:cxnSp>
          <p:nvCxnSpPr>
            <p:cNvPr id="180" name="Google Shape;180;p56"/>
            <p:cNvCxnSpPr/>
            <p:nvPr/>
          </p:nvCxnSpPr>
          <p:spPr>
            <a:xfrm rot="10800000">
              <a:off x="0" y="876300"/>
              <a:ext cx="4762500" cy="16287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1" name="Google Shape;181;p56"/>
            <p:cNvCxnSpPr/>
            <p:nvPr/>
          </p:nvCxnSpPr>
          <p:spPr>
            <a:xfrm rot="10800000">
              <a:off x="2638425" y="0"/>
              <a:ext cx="2124076" cy="51863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82" name="Google Shape;182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00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g32680f6110f_0_1391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91" name="Google Shape;191;g32680f6110f_0_1391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g32680f6110f_0_1391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3" name="Google Shape;193;g32680f6110f_0_1391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94" name="Google Shape;194;g32680f6110f_0_1391"/>
          <p:cNvSpPr txBox="1"/>
          <p:nvPr>
            <p:ph idx="1" type="body"/>
          </p:nvPr>
        </p:nvSpPr>
        <p:spPr>
          <a:xfrm>
            <a:off x="1738400" y="2653400"/>
            <a:ext cx="9374100" cy="3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95" name="Google Shape;195;g32680f6110f_0_1391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g32680f6110f_0_1316"/>
          <p:cNvGrpSpPr/>
          <p:nvPr/>
        </p:nvGrpSpPr>
        <p:grpSpPr>
          <a:xfrm>
            <a:off x="9790426" y="4546120"/>
            <a:ext cx="2255173" cy="2310006"/>
            <a:chOff x="7343003" y="3409675"/>
            <a:chExt cx="1691422" cy="1732548"/>
          </a:xfrm>
        </p:grpSpPr>
        <p:grpSp>
          <p:nvGrpSpPr>
            <p:cNvPr id="198" name="Google Shape;198;g32680f6110f_0_1316"/>
            <p:cNvGrpSpPr/>
            <p:nvPr/>
          </p:nvGrpSpPr>
          <p:grpSpPr>
            <a:xfrm>
              <a:off x="7343003" y="4453711"/>
              <a:ext cx="316800" cy="688512"/>
              <a:chOff x="7343003" y="4453711"/>
              <a:chExt cx="316800" cy="688512"/>
            </a:xfrm>
          </p:grpSpPr>
          <p:sp>
            <p:nvSpPr>
              <p:cNvPr id="199" name="Google Shape;199;g32680f6110f_0_1316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g32680f6110f_0_1316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1" name="Google Shape;201;g32680f6110f_0_1316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202" name="Google Shape;202;g32680f6110f_0_1316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g32680f6110f_0_1316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g32680f6110f_0_1316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" name="Google Shape;205;g32680f6110f_0_1316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206" name="Google Shape;206;g32680f6110f_0_1316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g32680f6110f_0_1316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g32680f6110f_0_1316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g32680f6110f_0_1316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0" name="Google Shape;210;g32680f6110f_0_1316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11" name="Google Shape;211;g32680f6110f_0_1316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g32680f6110f_0_1316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g32680f6110f_0_1316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g32680f6110f_0_1316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g32680f6110f_0_1316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6" name="Google Shape;216;g32680f6110f_0_1316"/>
          <p:cNvGrpSpPr/>
          <p:nvPr/>
        </p:nvGrpSpPr>
        <p:grpSpPr>
          <a:xfrm>
            <a:off x="6724502" y="0"/>
            <a:ext cx="5085303" cy="5118674"/>
            <a:chOff x="5043503" y="0"/>
            <a:chExt cx="3814072" cy="3839102"/>
          </a:xfrm>
        </p:grpSpPr>
        <p:sp>
          <p:nvSpPr>
            <p:cNvPr id="217" name="Google Shape;217;g32680f6110f_0_1316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g32680f6110f_0_1316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9" name="Google Shape;219;g32680f6110f_0_1316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220" name="Google Shape;220;g32680f6110f_0_1316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g32680f6110f_0_1316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g32680f6110f_0_1316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3" name="Google Shape;223;g32680f6110f_0_1316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4" name="Google Shape;224;g32680f6110f_0_1316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225" name="Google Shape;225;g32680f6110f_0_1316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g32680f6110f_0_1316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7" name="Google Shape;227;g32680f6110f_0_1316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g32680f6110f_0_1316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g32680f6110f_0_1316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g32680f6110f_0_1316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g32680f6110f_0_1316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g32680f6110f_0_1316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3" name="Google Shape;233;g32680f6110f_0_1316"/>
          <p:cNvSpPr txBox="1"/>
          <p:nvPr>
            <p:ph type="ctrTitle"/>
          </p:nvPr>
        </p:nvSpPr>
        <p:spPr>
          <a:xfrm>
            <a:off x="1098667" y="2151750"/>
            <a:ext cx="5673900" cy="24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4" name="Google Shape;234;g32680f6110f_0_1316"/>
          <p:cNvSpPr txBox="1"/>
          <p:nvPr>
            <p:ph idx="1" type="subTitle"/>
          </p:nvPr>
        </p:nvSpPr>
        <p:spPr>
          <a:xfrm>
            <a:off x="1098667" y="4795067"/>
            <a:ext cx="5673900" cy="9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5" name="Google Shape;235;g32680f6110f_0_1316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g32680f6110f_0_1356"/>
          <p:cNvGrpSpPr/>
          <p:nvPr/>
        </p:nvGrpSpPr>
        <p:grpSpPr>
          <a:xfrm>
            <a:off x="195687" y="4541"/>
            <a:ext cx="1644244" cy="1846001"/>
            <a:chOff x="146769" y="3406"/>
            <a:chExt cx="1233214" cy="1384535"/>
          </a:xfrm>
        </p:grpSpPr>
        <p:grpSp>
          <p:nvGrpSpPr>
            <p:cNvPr id="238" name="Google Shape;238;g32680f6110f_0_1356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239" name="Google Shape;239;g32680f6110f_0_1356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g32680f6110f_0_1356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1" name="Google Shape;241;g32680f6110f_0_1356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242" name="Google Shape;242;g32680f6110f_0_1356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g32680f6110f_0_1356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g32680f6110f_0_1356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5" name="Google Shape;245;g32680f6110f_0_1356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246" name="Google Shape;246;g32680f6110f_0_1356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g32680f6110f_0_1356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g32680f6110f_0_1356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g32680f6110f_0_1356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50" name="Google Shape;250;g32680f6110f_0_1356"/>
          <p:cNvGrpSpPr/>
          <p:nvPr/>
        </p:nvGrpSpPr>
        <p:grpSpPr>
          <a:xfrm>
            <a:off x="9033219" y="3871914"/>
            <a:ext cx="2914790" cy="2985925"/>
            <a:chOff x="6775084" y="2904008"/>
            <a:chExt cx="2186147" cy="2239500"/>
          </a:xfrm>
        </p:grpSpPr>
        <p:grpSp>
          <p:nvGrpSpPr>
            <p:cNvPr id="251" name="Google Shape;251;g32680f6110f_0_1356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252" name="Google Shape;252;g32680f6110f_0_1356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g32680f6110f_0_1356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g32680f6110f_0_1356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255" name="Google Shape;255;g32680f6110f_0_1356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g32680f6110f_0_1356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g32680f6110f_0_1356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8" name="Google Shape;258;g32680f6110f_0_1356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259" name="Google Shape;259;g32680f6110f_0_1356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g32680f6110f_0_1356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g32680f6110f_0_1356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g32680f6110f_0_1356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3" name="Google Shape;263;g32680f6110f_0_1356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264" name="Google Shape;264;g32680f6110f_0_1356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g32680f6110f_0_1356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g32680f6110f_0_1356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g32680f6110f_0_1356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g32680f6110f_0_1356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9" name="Google Shape;269;g32680f6110f_0_1356"/>
          <p:cNvSpPr txBox="1"/>
          <p:nvPr>
            <p:ph type="title"/>
          </p:nvPr>
        </p:nvSpPr>
        <p:spPr>
          <a:xfrm>
            <a:off x="1098667" y="2151767"/>
            <a:ext cx="7810500" cy="24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g32680f6110f_0_1356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g32680f6110f_0_1398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273" name="Google Shape;273;g32680f6110f_0_1398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g32680f6110f_0_1398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5" name="Google Shape;275;g32680f6110f_0_1398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6" name="Google Shape;276;g32680f6110f_0_1398"/>
          <p:cNvSpPr txBox="1"/>
          <p:nvPr>
            <p:ph idx="1" type="body"/>
          </p:nvPr>
        </p:nvSpPr>
        <p:spPr>
          <a:xfrm>
            <a:off x="1738400" y="2653400"/>
            <a:ext cx="4574100" cy="3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77" name="Google Shape;277;g32680f6110f_0_1398"/>
          <p:cNvSpPr txBox="1"/>
          <p:nvPr>
            <p:ph idx="2" type="body"/>
          </p:nvPr>
        </p:nvSpPr>
        <p:spPr>
          <a:xfrm>
            <a:off x="6538200" y="2653400"/>
            <a:ext cx="4574100" cy="3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78" name="Google Shape;278;g32680f6110f_0_1398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g32680f6110f_0_1406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281" name="Google Shape;281;g32680f6110f_0_140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g32680f6110f_0_140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3" name="Google Shape;283;g32680f6110f_0_1406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84" name="Google Shape;284;g32680f6110f_0_1406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g32680f6110f_0_1412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287" name="Google Shape;287;g32680f6110f_0_1412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g32680f6110f_0_1412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9" name="Google Shape;289;g32680f6110f_0_1412"/>
          <p:cNvSpPr txBox="1"/>
          <p:nvPr>
            <p:ph type="title"/>
          </p:nvPr>
        </p:nvSpPr>
        <p:spPr>
          <a:xfrm>
            <a:off x="1738400" y="798100"/>
            <a:ext cx="4416000" cy="21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90" name="Google Shape;290;g32680f6110f_0_1412"/>
          <p:cNvSpPr txBox="1"/>
          <p:nvPr>
            <p:ph idx="1" type="body"/>
          </p:nvPr>
        </p:nvSpPr>
        <p:spPr>
          <a:xfrm>
            <a:off x="1738400" y="3079567"/>
            <a:ext cx="4416000" cy="29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91" name="Google Shape;291;g32680f6110f_0_1412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g32680f6110f_0_1419"/>
          <p:cNvGrpSpPr/>
          <p:nvPr/>
        </p:nvGrpSpPr>
        <p:grpSpPr>
          <a:xfrm>
            <a:off x="9155392" y="1675"/>
            <a:ext cx="3023097" cy="3468901"/>
            <a:chOff x="6790514" y="1255"/>
            <a:chExt cx="2267380" cy="2601741"/>
          </a:xfrm>
        </p:grpSpPr>
        <p:grpSp>
          <p:nvGrpSpPr>
            <p:cNvPr id="294" name="Google Shape;294;g32680f6110f_0_1419"/>
            <p:cNvGrpSpPr/>
            <p:nvPr/>
          </p:nvGrpSpPr>
          <p:grpSpPr>
            <a:xfrm>
              <a:off x="7067536" y="1255"/>
              <a:ext cx="1990358" cy="1990303"/>
              <a:chOff x="7067536" y="1255"/>
              <a:chExt cx="1990358" cy="1990303"/>
            </a:xfrm>
          </p:grpSpPr>
          <p:sp>
            <p:nvSpPr>
              <p:cNvPr id="295" name="Google Shape;295;g32680f6110f_0_1419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g32680f6110f_0_1419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g32680f6110f_0_1419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8" name="Google Shape;298;g32680f6110f_0_1419"/>
            <p:cNvGrpSpPr/>
            <p:nvPr/>
          </p:nvGrpSpPr>
          <p:grpSpPr>
            <a:xfrm>
              <a:off x="8207126" y="1807997"/>
              <a:ext cx="795000" cy="795000"/>
              <a:chOff x="8207126" y="1807997"/>
              <a:chExt cx="795000" cy="795000"/>
            </a:xfrm>
          </p:grpSpPr>
          <p:sp>
            <p:nvSpPr>
              <p:cNvPr id="299" name="Google Shape;299;g32680f6110f_0_1419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g32680f6110f_0_1419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g32680f6110f_0_1419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2" name="Google Shape;302;g32680f6110f_0_1419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303" name="Google Shape;303;g32680f6110f_0_1419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g32680f6110f_0_1419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05" name="Google Shape;305;g32680f6110f_0_1419"/>
          <p:cNvSpPr txBox="1"/>
          <p:nvPr>
            <p:ph type="title"/>
          </p:nvPr>
        </p:nvSpPr>
        <p:spPr>
          <a:xfrm>
            <a:off x="1098667" y="1018133"/>
            <a:ext cx="7810500" cy="47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g32680f6110f_0_1419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g32680f6110f_0_1434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309" name="Google Shape;309;g32680f6110f_0_143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g32680f6110f_0_143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1" name="Google Shape;311;g32680f6110f_0_1434"/>
          <p:cNvSpPr txBox="1"/>
          <p:nvPr>
            <p:ph type="title"/>
          </p:nvPr>
        </p:nvSpPr>
        <p:spPr>
          <a:xfrm>
            <a:off x="1738400" y="798100"/>
            <a:ext cx="4574100" cy="265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2" name="Google Shape;312;g32680f6110f_0_1434"/>
          <p:cNvSpPr txBox="1"/>
          <p:nvPr>
            <p:ph idx="1" type="subTitle"/>
          </p:nvPr>
        </p:nvSpPr>
        <p:spPr>
          <a:xfrm>
            <a:off x="1738400" y="3657604"/>
            <a:ext cx="4574100" cy="968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3" name="Google Shape;313;g32680f6110f_0_1434"/>
          <p:cNvSpPr txBox="1"/>
          <p:nvPr>
            <p:ph idx="2" type="body"/>
          </p:nvPr>
        </p:nvSpPr>
        <p:spPr>
          <a:xfrm>
            <a:off x="6538267" y="881333"/>
            <a:ext cx="4574100" cy="5160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14" name="Google Shape;314;g32680f6110f_0_1434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g32680f6110f_0_1442"/>
          <p:cNvGrpSpPr/>
          <p:nvPr/>
        </p:nvGrpSpPr>
        <p:grpSpPr>
          <a:xfrm>
            <a:off x="951176" y="5129497"/>
            <a:ext cx="1100560" cy="1100560"/>
            <a:chOff x="348199" y="179450"/>
            <a:chExt cx="1116300" cy="1116300"/>
          </a:xfrm>
        </p:grpSpPr>
        <p:sp>
          <p:nvSpPr>
            <p:cNvPr id="317" name="Google Shape;317;g32680f6110f_0_1442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g32680f6110f_0_1442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9" name="Google Shape;319;g32680f6110f_0_1442"/>
          <p:cNvSpPr txBox="1"/>
          <p:nvPr>
            <p:ph idx="1" type="body"/>
          </p:nvPr>
        </p:nvSpPr>
        <p:spPr>
          <a:xfrm>
            <a:off x="1738400" y="5518633"/>
            <a:ext cx="77907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320" name="Google Shape;320;g32680f6110f_0_1442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322;g32680f6110f_0_1448"/>
          <p:cNvGrpSpPr/>
          <p:nvPr/>
        </p:nvGrpSpPr>
        <p:grpSpPr>
          <a:xfrm>
            <a:off x="69" y="5465463"/>
            <a:ext cx="12191743" cy="1392365"/>
            <a:chOff x="52" y="4099200"/>
            <a:chExt cx="9144036" cy="1044300"/>
          </a:xfrm>
        </p:grpSpPr>
        <p:grpSp>
          <p:nvGrpSpPr>
            <p:cNvPr id="323" name="Google Shape;323;g32680f6110f_0_1448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324" name="Google Shape;324;g32680f6110f_0_1448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g32680f6110f_0_1448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g32680f6110f_0_1448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g32680f6110f_0_1448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8" name="Google Shape;328;g32680f6110f_0_1448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329" name="Google Shape;329;g32680f6110f_0_1448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g32680f6110f_0_1448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g32680f6110f_0_1448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g32680f6110f_0_1448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g32680f6110f_0_1448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4" name="Google Shape;334;g32680f6110f_0_1448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335" name="Google Shape;335;g32680f6110f_0_1448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g32680f6110f_0_1448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g32680f6110f_0_1448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g32680f6110f_0_1448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9" name="Google Shape;339;g32680f6110f_0_1448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340" name="Google Shape;340;g32680f6110f_0_1448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g32680f6110f_0_1448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g32680f6110f_0_1448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3" name="Google Shape;343;g32680f6110f_0_1448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344" name="Google Shape;344;g32680f6110f_0_1448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g32680f6110f_0_1448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g32680f6110f_0_1448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g32680f6110f_0_1448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g32680f6110f_0_1448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9" name="Google Shape;349;g32680f6110f_0_1448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350" name="Google Shape;350;g32680f6110f_0_1448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g32680f6110f_0_1448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g32680f6110f_0_1448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g32680f6110f_0_1448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4" name="Google Shape;354;g32680f6110f_0_1448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355" name="Google Shape;355;g32680f6110f_0_1448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g32680f6110f_0_1448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g32680f6110f_0_1448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8" name="Google Shape;358;g32680f6110f_0_1448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359" name="Google Shape;359;g32680f6110f_0_1448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g32680f6110f_0_1448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g32680f6110f_0_1448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g32680f6110f_0_1448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g32680f6110f_0_1448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4" name="Google Shape;364;g32680f6110f_0_1448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365" name="Google Shape;365;g32680f6110f_0_1448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g32680f6110f_0_1448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g32680f6110f_0_1448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g32680f6110f_0_1448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9" name="Google Shape;369;g32680f6110f_0_1448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370" name="Google Shape;370;g32680f6110f_0_1448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g32680f6110f_0_1448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g32680f6110f_0_1448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g32680f6110f_0_1448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4" name="Google Shape;374;g32680f6110f_0_1448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375" name="Google Shape;375;g32680f6110f_0_1448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g32680f6110f_0_1448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g32680f6110f_0_1448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8" name="Google Shape;378;g32680f6110f_0_1448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379" name="Google Shape;379;g32680f6110f_0_1448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g32680f6110f_0_1448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g32680f6110f_0_1448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g32680f6110f_0_1448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3" name="Google Shape;383;g32680f6110f_0_1448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384" name="Google Shape;384;g32680f6110f_0_1448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g32680f6110f_0_1448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g32680f6110f_0_1448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g32680f6110f_0_1448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8" name="Google Shape;388;g32680f6110f_0_1448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389" name="Google Shape;389;g32680f6110f_0_1448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g32680f6110f_0_1448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g32680f6110f_0_1448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g32680f6110f_0_1448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g32680f6110f_0_1448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4" name="Google Shape;394;g32680f6110f_0_1448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395" name="Google Shape;395;g32680f6110f_0_1448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g32680f6110f_0_1448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g32680f6110f_0_1448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g32680f6110f_0_1448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9" name="Google Shape;399;g32680f6110f_0_1448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400" name="Google Shape;400;g32680f6110f_0_1448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g32680f6110f_0_1448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g32680f6110f_0_1448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3" name="Google Shape;403;g32680f6110f_0_1448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404" name="Google Shape;404;g32680f6110f_0_1448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g32680f6110f_0_1448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g32680f6110f_0_1448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g32680f6110f_0_1448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8" name="Google Shape;408;g32680f6110f_0_1448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409" name="Google Shape;409;g32680f6110f_0_1448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g32680f6110f_0_1448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g32680f6110f_0_1448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g32680f6110f_0_1448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g32680f6110f_0_1448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4" name="Google Shape;414;g32680f6110f_0_1448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415" name="Google Shape;415;g32680f6110f_0_1448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g32680f6110f_0_1448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g32680f6110f_0_1448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g32680f6110f_0_1448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9" name="Google Shape;419;g32680f6110f_0_1448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420" name="Google Shape;420;g32680f6110f_0_1448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g32680f6110f_0_1448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g32680f6110f_0_1448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3" name="Google Shape;423;g32680f6110f_0_1448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424" name="Google Shape;424;g32680f6110f_0_1448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g32680f6110f_0_1448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g32680f6110f_0_1448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g32680f6110f_0_1448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g32680f6110f_0_1448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9" name="Google Shape;429;g32680f6110f_0_1448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430" name="Google Shape;430;g32680f6110f_0_1448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g32680f6110f_0_1448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g32680f6110f_0_1448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g32680f6110f_0_1448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4" name="Google Shape;434;g32680f6110f_0_1448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435" name="Google Shape;435;g32680f6110f_0_1448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g32680f6110f_0_1448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g32680f6110f_0_1448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g32680f6110f_0_1448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9" name="Google Shape;439;g32680f6110f_0_1448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440" name="Google Shape;440;g32680f6110f_0_1448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g32680f6110f_0_1448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g32680f6110f_0_1448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3" name="Google Shape;443;g32680f6110f_0_1448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444" name="Google Shape;444;g32680f6110f_0_1448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g32680f6110f_0_1448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g32680f6110f_0_1448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g32680f6110f_0_1448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48" name="Google Shape;448;g32680f6110f_0_1448"/>
          <p:cNvSpPr txBox="1"/>
          <p:nvPr>
            <p:ph hasCustomPrompt="1" type="title"/>
          </p:nvPr>
        </p:nvSpPr>
        <p:spPr>
          <a:xfrm>
            <a:off x="1851500" y="1030300"/>
            <a:ext cx="8489100" cy="24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9" name="Google Shape;449;g32680f6110f_0_1448"/>
          <p:cNvSpPr txBox="1"/>
          <p:nvPr>
            <p:ph idx="1" type="body"/>
          </p:nvPr>
        </p:nvSpPr>
        <p:spPr>
          <a:xfrm>
            <a:off x="1851500" y="3616400"/>
            <a:ext cx="8489100" cy="14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0" name="Google Shape;450;g32680f6110f_0_1448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2680f6110f_0_1578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SECTION_HEADER_1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2680f6110f_0_1580"/>
          <p:cNvSpPr txBox="1"/>
          <p:nvPr>
            <p:ph type="title"/>
          </p:nvPr>
        </p:nvSpPr>
        <p:spPr>
          <a:xfrm>
            <a:off x="1362075" y="1671639"/>
            <a:ext cx="51117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55" name="Google Shape;455;g32680f6110f_0_1580"/>
          <p:cNvSpPr txBox="1"/>
          <p:nvPr>
            <p:ph idx="1" type="body"/>
          </p:nvPr>
        </p:nvSpPr>
        <p:spPr>
          <a:xfrm>
            <a:off x="1362075" y="3660774"/>
            <a:ext cx="5111700" cy="1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6" name="Google Shape;456;g32680f6110f_0_1580"/>
          <p:cNvSpPr txBox="1"/>
          <p:nvPr>
            <p:ph idx="10" type="dt"/>
          </p:nvPr>
        </p:nvSpPr>
        <p:spPr>
          <a:xfrm>
            <a:off x="838200" y="6356350"/>
            <a:ext cx="121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7" name="Google Shape;457;g32680f6110f_0_1580"/>
          <p:cNvSpPr txBox="1"/>
          <p:nvPr>
            <p:ph idx="11" type="ftr"/>
          </p:nvPr>
        </p:nvSpPr>
        <p:spPr>
          <a:xfrm>
            <a:off x="2463800" y="6356350"/>
            <a:ext cx="347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8" name="Google Shape;458;g32680f6110f_0_158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59" name="Google Shape;459;g32680f6110f_0_1580"/>
          <p:cNvGrpSpPr/>
          <p:nvPr/>
        </p:nvGrpSpPr>
        <p:grpSpPr>
          <a:xfrm>
            <a:off x="6953400" y="-25401"/>
            <a:ext cx="5238675" cy="6902400"/>
            <a:chOff x="6953400" y="-25401"/>
            <a:chExt cx="5238675" cy="6902400"/>
          </a:xfrm>
        </p:grpSpPr>
        <p:cxnSp>
          <p:nvCxnSpPr>
            <p:cNvPr id="460" name="Google Shape;460;g32680f6110f_0_1580"/>
            <p:cNvCxnSpPr/>
            <p:nvPr/>
          </p:nvCxnSpPr>
          <p:spPr>
            <a:xfrm>
              <a:off x="9096375" y="1497012"/>
              <a:ext cx="3095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1" name="Google Shape;461;g32680f6110f_0_1580"/>
            <p:cNvCxnSpPr/>
            <p:nvPr/>
          </p:nvCxnSpPr>
          <p:spPr>
            <a:xfrm flipH="1">
              <a:off x="6953400" y="-25401"/>
              <a:ext cx="3790800" cy="6902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">
  <p:cSld name="Section Break">
    <p:bg>
      <p:bgPr>
        <a:solidFill>
          <a:schemeClr val="dk1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2680f6110f_0_1589"/>
          <p:cNvSpPr txBox="1"/>
          <p:nvPr>
            <p:ph type="ctrTitle"/>
          </p:nvPr>
        </p:nvSpPr>
        <p:spPr>
          <a:xfrm>
            <a:off x="6991350" y="2148840"/>
            <a:ext cx="4179600" cy="171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64" name="Google Shape;464;g32680f6110f_0_1589"/>
          <p:cNvSpPr txBox="1"/>
          <p:nvPr>
            <p:ph idx="1" type="subTitle"/>
          </p:nvPr>
        </p:nvSpPr>
        <p:spPr>
          <a:xfrm>
            <a:off x="6991350" y="3962003"/>
            <a:ext cx="417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465" name="Google Shape;465;g32680f6110f_0_15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28675"/>
            <a:ext cx="5876925" cy="520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rt Art">
  <p:cSld name="Smart Art">
    <p:bg>
      <p:bgPr>
        <a:solidFill>
          <a:schemeClr val="lt1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7" name="Google Shape;467;g32680f6110f_0_1593"/>
          <p:cNvGrpSpPr/>
          <p:nvPr/>
        </p:nvGrpSpPr>
        <p:grpSpPr>
          <a:xfrm>
            <a:off x="0" y="0"/>
            <a:ext cx="2590800" cy="1027800"/>
            <a:chOff x="0" y="0"/>
            <a:chExt cx="2590800" cy="1027800"/>
          </a:xfrm>
        </p:grpSpPr>
        <p:cxnSp>
          <p:nvCxnSpPr>
            <p:cNvPr id="468" name="Google Shape;468;g32680f6110f_0_1593"/>
            <p:cNvCxnSpPr/>
            <p:nvPr/>
          </p:nvCxnSpPr>
          <p:spPr>
            <a:xfrm flipH="1" rot="10800000">
              <a:off x="0" y="0"/>
              <a:ext cx="2590800" cy="76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9" name="Google Shape;469;g32680f6110f_0_1593"/>
            <p:cNvCxnSpPr/>
            <p:nvPr/>
          </p:nvCxnSpPr>
          <p:spPr>
            <a:xfrm flipH="1">
              <a:off x="150" y="0"/>
              <a:ext cx="704700" cy="1027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70" name="Google Shape;470;g32680f6110f_0_159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71" name="Google Shape;471;g32680f6110f_0_1593"/>
          <p:cNvSpPr/>
          <p:nvPr>
            <p:ph idx="2" type="dgm"/>
          </p:nvPr>
        </p:nvSpPr>
        <p:spPr>
          <a:xfrm>
            <a:off x="838200" y="2111375"/>
            <a:ext cx="10515600" cy="37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2" name="Google Shape;472;g32680f6110f_0_159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3" name="Google Shape;473;g32680f6110f_0_159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4" name="Google Shape;474;g32680f6110f_0_159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Table">
    <p:bg>
      <p:bgPr>
        <a:solidFill>
          <a:schemeClr val="lt1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2680f6110f_0_160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77" name="Google Shape;477;g32680f6110f_0_160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8" name="Google Shape;478;g32680f6110f_0_160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9" name="Google Shape;479;g32680f6110f_0_160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0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2680f6110f_0_131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i="0" sz="37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i="0" sz="37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i="0" sz="37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i="0" sz="37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i="0" sz="37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i="0" sz="37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i="0" sz="37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i="0" sz="37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i="0" sz="37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187" name="Google Shape;187;g32680f6110f_0_1312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Nunito"/>
              <a:buChar char="●"/>
              <a:defRPr b="0" i="0" sz="1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88" name="Google Shape;188;g32680f6110f_0_1312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4.png"/><Relationship Id="rId4" Type="http://schemas.openxmlformats.org/officeDocument/2006/relationships/image" Target="../media/image57.png"/><Relationship Id="rId5" Type="http://schemas.openxmlformats.org/officeDocument/2006/relationships/image" Target="../media/image4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29.png"/><Relationship Id="rId9" Type="http://schemas.openxmlformats.org/officeDocument/2006/relationships/image" Target="../media/image45.png"/><Relationship Id="rId5" Type="http://schemas.openxmlformats.org/officeDocument/2006/relationships/image" Target="../media/image18.png"/><Relationship Id="rId6" Type="http://schemas.openxmlformats.org/officeDocument/2006/relationships/image" Target="../media/image13.png"/><Relationship Id="rId7" Type="http://schemas.openxmlformats.org/officeDocument/2006/relationships/image" Target="../media/image9.png"/><Relationship Id="rId8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7.png"/><Relationship Id="rId4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4.pn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jpg"/><Relationship Id="rId4" Type="http://schemas.openxmlformats.org/officeDocument/2006/relationships/image" Target="../media/image4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jpg"/><Relationship Id="rId4" Type="http://schemas.openxmlformats.org/officeDocument/2006/relationships/image" Target="../media/image2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8.png"/><Relationship Id="rId4" Type="http://schemas.openxmlformats.org/officeDocument/2006/relationships/image" Target="../media/image3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6.png"/><Relationship Id="rId4" Type="http://schemas.openxmlformats.org/officeDocument/2006/relationships/image" Target="../media/image33.png"/><Relationship Id="rId5" Type="http://schemas.openxmlformats.org/officeDocument/2006/relationships/image" Target="../media/image52.png"/><Relationship Id="rId6" Type="http://schemas.openxmlformats.org/officeDocument/2006/relationships/image" Target="../media/image3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Relationship Id="rId4" Type="http://schemas.openxmlformats.org/officeDocument/2006/relationships/image" Target="../media/image40.png"/><Relationship Id="rId5" Type="http://schemas.openxmlformats.org/officeDocument/2006/relationships/image" Target="../media/image54.png"/><Relationship Id="rId6" Type="http://schemas.openxmlformats.org/officeDocument/2006/relationships/image" Target="../media/image59.png"/><Relationship Id="rId7" Type="http://schemas.openxmlformats.org/officeDocument/2006/relationships/image" Target="../media/image5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png"/><Relationship Id="rId4" Type="http://schemas.openxmlformats.org/officeDocument/2006/relationships/image" Target="../media/image40.png"/><Relationship Id="rId5" Type="http://schemas.openxmlformats.org/officeDocument/2006/relationships/image" Target="../media/image54.png"/><Relationship Id="rId6" Type="http://schemas.openxmlformats.org/officeDocument/2006/relationships/image" Target="../media/image59.png"/><Relationship Id="rId7" Type="http://schemas.openxmlformats.org/officeDocument/2006/relationships/image" Target="../media/image5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5.png"/><Relationship Id="rId4" Type="http://schemas.openxmlformats.org/officeDocument/2006/relationships/image" Target="../media/image40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3.png"/><Relationship Id="rId4" Type="http://schemas.openxmlformats.org/officeDocument/2006/relationships/image" Target="../media/image56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"/>
          <p:cNvSpPr txBox="1"/>
          <p:nvPr>
            <p:ph type="ctrTitle"/>
          </p:nvPr>
        </p:nvSpPr>
        <p:spPr>
          <a:xfrm>
            <a:off x="6183774" y="4339975"/>
            <a:ext cx="51741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69"/>
              <a:buFont typeface="Arial"/>
              <a:buNone/>
            </a:pPr>
            <a:r>
              <a:rPr lang="en-US" sz="3978"/>
              <a:t>ML IN HEALTHCARE</a:t>
            </a:r>
            <a:endParaRPr sz="3978"/>
          </a:p>
        </p:txBody>
      </p:sp>
      <p:sp>
        <p:nvSpPr>
          <p:cNvPr id="485" name="Google Shape;485;p1"/>
          <p:cNvSpPr txBox="1"/>
          <p:nvPr>
            <p:ph idx="1" type="subTitle"/>
          </p:nvPr>
        </p:nvSpPr>
        <p:spPr>
          <a:xfrm>
            <a:off x="6183776" y="5546171"/>
            <a:ext cx="51741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None/>
            </a:pPr>
            <a:r>
              <a:rPr lang="en-US" sz="1758"/>
              <a:t>White blood cells classification</a:t>
            </a:r>
            <a:endParaRPr sz="1758"/>
          </a:p>
          <a:p>
            <a:pPr indent="0" lvl="0" marL="0" rtl="0" algn="l">
              <a:lnSpc>
                <a:spcPct val="70000"/>
              </a:lnSpc>
              <a:spcBef>
                <a:spcPts val="1047"/>
              </a:spcBef>
              <a:spcAft>
                <a:spcPts val="0"/>
              </a:spcAft>
              <a:buClr>
                <a:schemeClr val="dk1"/>
              </a:buClr>
              <a:buSzPts val="1550"/>
              <a:buNone/>
            </a:pPr>
            <a:r>
              <a:rPr i="1" lang="en-US" sz="1758"/>
              <a:t>Daphne Bard-Krupa and Manon Chossegros</a:t>
            </a:r>
            <a:endParaRPr sz="1758"/>
          </a:p>
          <a:p>
            <a:pPr indent="0" lvl="0" marL="0" rtl="0" algn="l">
              <a:lnSpc>
                <a:spcPct val="70000"/>
              </a:lnSpc>
              <a:spcBef>
                <a:spcPts val="1047"/>
              </a:spcBef>
              <a:spcAft>
                <a:spcPts val="0"/>
              </a:spcAft>
              <a:buClr>
                <a:schemeClr val="dk1"/>
              </a:buClr>
              <a:buSzPts val="1550"/>
              <a:buNone/>
            </a:pPr>
            <a:r>
              <a:rPr lang="en-US" sz="1758"/>
              <a:t>daphne.bard_krupa@sorbonne-universite.fr</a:t>
            </a:r>
            <a:endParaRPr i="1" sz="1758"/>
          </a:p>
          <a:p>
            <a:pPr indent="0" lvl="0" marL="0" rtl="0" algn="l">
              <a:lnSpc>
                <a:spcPct val="70000"/>
              </a:lnSpc>
              <a:spcBef>
                <a:spcPts val="1047"/>
              </a:spcBef>
              <a:spcAft>
                <a:spcPts val="0"/>
              </a:spcAft>
              <a:buClr>
                <a:schemeClr val="dk1"/>
              </a:buClr>
              <a:buSzPts val="1550"/>
              <a:buNone/>
            </a:pPr>
            <a:r>
              <a:t/>
            </a:r>
            <a:endParaRPr i="1" sz="1758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"/>
          <p:cNvSpPr/>
          <p:nvPr/>
        </p:nvSpPr>
        <p:spPr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cap="sq" cmpd="thinThick" w="12700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"/>
          <p:cNvSpPr txBox="1"/>
          <p:nvPr>
            <p:ph type="title"/>
          </p:nvPr>
        </p:nvSpPr>
        <p:spPr>
          <a:xfrm>
            <a:off x="546351" y="433545"/>
            <a:ext cx="11139854" cy="9304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lang="en-US" sz="5400">
                <a:solidFill>
                  <a:srgbClr val="FFFFFF"/>
                </a:solidFill>
              </a:rPr>
              <a:t>INTRODUCTION</a:t>
            </a:r>
            <a:endParaRPr/>
          </a:p>
        </p:txBody>
      </p:sp>
      <p:sp>
        <p:nvSpPr>
          <p:cNvPr id="492" name="Google Shape;492;p3"/>
          <p:cNvSpPr txBox="1"/>
          <p:nvPr>
            <p:ph idx="1" type="body"/>
          </p:nvPr>
        </p:nvSpPr>
        <p:spPr>
          <a:xfrm>
            <a:off x="190726" y="2257328"/>
            <a:ext cx="9144000" cy="42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8669E"/>
              </a:buClr>
              <a:buSzPct val="100000"/>
              <a:buNone/>
            </a:pPr>
            <a:r>
              <a:rPr lang="en-US" sz="1900">
                <a:solidFill>
                  <a:srgbClr val="E8669E"/>
                </a:solidFill>
              </a:rPr>
              <a:t>The analysis of blood tests is performed by looking blood smears under a microscope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900">
              <a:solidFill>
                <a:srgbClr val="E8669E"/>
              </a:solidFill>
            </a:endParaRPr>
          </a:p>
        </p:txBody>
      </p:sp>
      <p:cxnSp>
        <p:nvCxnSpPr>
          <p:cNvPr id="493" name="Google Shape;493;p3"/>
          <p:cNvCxnSpPr/>
          <p:nvPr/>
        </p:nvCxnSpPr>
        <p:spPr>
          <a:xfrm>
            <a:off x="2230078" y="1522292"/>
            <a:ext cx="7772400" cy="0"/>
          </a:xfrm>
          <a:prstGeom prst="straightConnector1">
            <a:avLst/>
          </a:prstGeom>
          <a:noFill/>
          <a:ln cap="flat" cmpd="sng" w="22225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94" name="Google Shape;4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0391" y="2637371"/>
            <a:ext cx="3997637" cy="39976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5" name="Google Shape;495;p3"/>
          <p:cNvCxnSpPr/>
          <p:nvPr/>
        </p:nvCxnSpPr>
        <p:spPr>
          <a:xfrm>
            <a:off x="6116278" y="2596836"/>
            <a:ext cx="0" cy="3657600"/>
          </a:xfrm>
          <a:prstGeom prst="straightConnector1">
            <a:avLst/>
          </a:prstGeom>
          <a:noFill/>
          <a:ln cap="flat" cmpd="dbl" w="1016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96" name="Google Shape;49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5073" y="2782042"/>
            <a:ext cx="5455917" cy="3287189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"/>
          <p:cNvSpPr txBox="1"/>
          <p:nvPr>
            <p:ph idx="11" type="ftr"/>
          </p:nvPr>
        </p:nvSpPr>
        <p:spPr>
          <a:xfrm>
            <a:off x="4038600" y="652243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PRESENTATION TITLE</a:t>
            </a:r>
            <a:endParaRPr/>
          </a:p>
        </p:txBody>
      </p:sp>
      <p:sp>
        <p:nvSpPr>
          <p:cNvPr id="498" name="Google Shape;498;p3"/>
          <p:cNvSpPr txBox="1"/>
          <p:nvPr>
            <p:ph idx="12" type="sldNum"/>
          </p:nvPr>
        </p:nvSpPr>
        <p:spPr>
          <a:xfrm>
            <a:off x="8603343" y="652243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t>‹#›</a:t>
            </a:fld>
            <a:endParaRPr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"/>
          <p:cNvSpPr/>
          <p:nvPr/>
        </p:nvSpPr>
        <p:spPr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3"/>
            </a:srgbClr>
          </a:solidFill>
          <a:ln cap="sq" cmpd="thinThick" w="127000">
            <a:solidFill>
              <a:srgbClr val="595959">
                <a:alpha val="8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4"/>
          <p:cNvSpPr txBox="1"/>
          <p:nvPr>
            <p:ph type="title"/>
          </p:nvPr>
        </p:nvSpPr>
        <p:spPr>
          <a:xfrm>
            <a:off x="674237" y="914400"/>
            <a:ext cx="3657600" cy="28875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Arial"/>
              <a:buNone/>
            </a:pPr>
            <a:r>
              <a:rPr lang="en-US" sz="3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IMPORTANCE OF CELL CLASSES PROPORTION</a:t>
            </a:r>
            <a:endParaRPr/>
          </a:p>
        </p:txBody>
      </p:sp>
      <p:sp>
        <p:nvSpPr>
          <p:cNvPr id="505" name="Google Shape;505;p4"/>
          <p:cNvSpPr txBox="1"/>
          <p:nvPr>
            <p:ph idx="1" type="body"/>
          </p:nvPr>
        </p:nvSpPr>
        <p:spPr>
          <a:xfrm>
            <a:off x="674237" y="4170501"/>
            <a:ext cx="3657600" cy="15255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relative proportion of the different white blood cells categories indicates the presence or not of a pathology</a:t>
            </a:r>
            <a:endParaRPr/>
          </a:p>
        </p:txBody>
      </p:sp>
      <p:cxnSp>
        <p:nvCxnSpPr>
          <p:cNvPr id="506" name="Google Shape;506;p4"/>
          <p:cNvCxnSpPr/>
          <p:nvPr/>
        </p:nvCxnSpPr>
        <p:spPr>
          <a:xfrm>
            <a:off x="1191126" y="3910267"/>
            <a:ext cx="2586790" cy="0"/>
          </a:xfrm>
          <a:prstGeom prst="straightConnector1">
            <a:avLst/>
          </a:prstGeom>
          <a:noFill/>
          <a:ln cap="flat" cmpd="sng" w="22225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07" name="Google Shape;5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3822" y="1106463"/>
            <a:ext cx="6553545" cy="4653016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"/>
          <p:cNvSpPr txBox="1"/>
          <p:nvPr>
            <p:ph idx="12" type="sldNum"/>
          </p:nvPr>
        </p:nvSpPr>
        <p:spPr>
          <a:xfrm>
            <a:off x="9991022" y="6356350"/>
            <a:ext cx="13627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595959"/>
                </a:solidFill>
              </a:rPr>
              <a:t>‹#›</a:t>
            </a:fld>
            <a:endParaRPr sz="12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5"/>
          <p:cNvSpPr/>
          <p:nvPr/>
        </p:nvSpPr>
        <p:spPr>
          <a:xfrm>
            <a:off x="551553" y="304802"/>
            <a:ext cx="11097349" cy="157314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DEDEDE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C5C2C2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5"/>
          <p:cNvSpPr txBox="1"/>
          <p:nvPr>
            <p:ph type="title"/>
          </p:nvPr>
        </p:nvSpPr>
        <p:spPr>
          <a:xfrm>
            <a:off x="868680" y="405575"/>
            <a:ext cx="500176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/>
              <a:t>ON REAL DATA</a:t>
            </a:r>
            <a:endParaRPr/>
          </a:p>
        </p:txBody>
      </p:sp>
      <p:sp>
        <p:nvSpPr>
          <p:cNvPr id="516" name="Google Shape;516;p5"/>
          <p:cNvSpPr txBox="1"/>
          <p:nvPr>
            <p:ph idx="1" type="body"/>
          </p:nvPr>
        </p:nvSpPr>
        <p:spPr>
          <a:xfrm>
            <a:off x="6382512" y="498698"/>
            <a:ext cx="4940808" cy="11853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Lymphocyte invasion is characteristic of leukemia</a:t>
            </a:r>
            <a:endParaRPr/>
          </a:p>
        </p:txBody>
      </p:sp>
      <p:sp>
        <p:nvSpPr>
          <p:cNvPr id="517" name="Google Shape;517;p5"/>
          <p:cNvSpPr/>
          <p:nvPr/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5"/>
          <p:cNvSpPr/>
          <p:nvPr/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9" name="Google Shape;5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058" y="2177757"/>
            <a:ext cx="5431536" cy="40329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parapluie, rose, violet, décoré&#10;&#10;Description générée automatiquement" id="520" name="Google Shape;52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1408" y="2172743"/>
            <a:ext cx="5431536" cy="4032915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PRESENTATION TITLE</a:t>
            </a:r>
            <a:endParaRPr/>
          </a:p>
        </p:txBody>
      </p:sp>
      <p:sp>
        <p:nvSpPr>
          <p:cNvPr id="522" name="Google Shape;522;p5"/>
          <p:cNvSpPr txBox="1"/>
          <p:nvPr>
            <p:ph idx="12" type="sldNum"/>
          </p:nvPr>
        </p:nvSpPr>
        <p:spPr>
          <a:xfrm>
            <a:off x="8610600" y="6356350"/>
            <a:ext cx="2712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7F7F7F"/>
                </a:solidFill>
              </a:rPr>
              <a:t>‹#›</a:t>
            </a:fld>
            <a:endParaRPr sz="1200">
              <a:solidFill>
                <a:srgbClr val="7F7F7F"/>
              </a:solidFill>
            </a:endParaRPr>
          </a:p>
        </p:txBody>
      </p:sp>
      <p:sp>
        <p:nvSpPr>
          <p:cNvPr id="523" name="Google Shape;523;p5"/>
          <p:cNvSpPr txBox="1"/>
          <p:nvPr/>
        </p:nvSpPr>
        <p:spPr>
          <a:xfrm>
            <a:off x="7088599" y="6356675"/>
            <a:ext cx="440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Leukemia (clones of cancerous cells)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5"/>
          <p:cNvSpPr txBox="1"/>
          <p:nvPr/>
        </p:nvSpPr>
        <p:spPr>
          <a:xfrm>
            <a:off x="2506579" y="6356684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Healthy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5" name="Google Shape;52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27531" y="2366179"/>
            <a:ext cx="1670385" cy="1574195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"/>
          <p:cNvSpPr txBox="1"/>
          <p:nvPr>
            <p:ph type="ctrTitle"/>
          </p:nvPr>
        </p:nvSpPr>
        <p:spPr>
          <a:xfrm>
            <a:off x="6991350" y="2148840"/>
            <a:ext cx="4179570" cy="17155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OUR DATASET</a:t>
            </a:r>
            <a:endParaRPr/>
          </a:p>
        </p:txBody>
      </p:sp>
      <p:sp>
        <p:nvSpPr>
          <p:cNvPr id="531" name="Google Shape;531;p6"/>
          <p:cNvSpPr txBox="1"/>
          <p:nvPr>
            <p:ph idx="1" type="subTitle"/>
          </p:nvPr>
        </p:nvSpPr>
        <p:spPr>
          <a:xfrm>
            <a:off x="6991350" y="3962003"/>
            <a:ext cx="417957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DIFFERENT TYPES OF CELLS</a:t>
            </a:r>
            <a:endParaRPr/>
          </a:p>
        </p:txBody>
      </p:sp>
      <p:sp>
        <p:nvSpPr>
          <p:cNvPr id="537" name="Google Shape;53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PRESENTATION TITLE</a:t>
            </a:r>
            <a:endParaRPr/>
          </a:p>
        </p:txBody>
      </p:sp>
      <p:sp>
        <p:nvSpPr>
          <p:cNvPr id="538" name="Google Shape;53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9" name="Google Shape;53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406" y="2293021"/>
            <a:ext cx="1446722" cy="1461099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7"/>
          <p:cNvSpPr txBox="1"/>
          <p:nvPr/>
        </p:nvSpPr>
        <p:spPr>
          <a:xfrm>
            <a:off x="565617" y="3903311"/>
            <a:ext cx="7980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e image contenant tissu&#10;&#10;Description générée automatiquement" id="541" name="Google Shape;54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2673" y="2289637"/>
            <a:ext cx="1503465" cy="1517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02417" y="2293988"/>
            <a:ext cx="1503466" cy="15220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issu&#10;&#10;Description générée automatiquement" id="543" name="Google Shape;54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53314" y="2293988"/>
            <a:ext cx="1432345" cy="1461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issu&#10;&#10;Description générée automatiquement" id="544" name="Google Shape;54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00540" y="2293987"/>
            <a:ext cx="1446722" cy="146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4655" y="2289175"/>
            <a:ext cx="1446530" cy="144653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7"/>
          <p:cNvSpPr txBox="1"/>
          <p:nvPr/>
        </p:nvSpPr>
        <p:spPr>
          <a:xfrm>
            <a:off x="2018496" y="3903310"/>
            <a:ext cx="15296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Erythroblast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7"/>
          <p:cNvSpPr txBox="1"/>
          <p:nvPr/>
        </p:nvSpPr>
        <p:spPr>
          <a:xfrm>
            <a:off x="3664416" y="3903310"/>
            <a:ext cx="19258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Lymphocyte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7"/>
          <p:cNvSpPr txBox="1"/>
          <p:nvPr/>
        </p:nvSpPr>
        <p:spPr>
          <a:xfrm>
            <a:off x="5513536" y="3903310"/>
            <a:ext cx="12959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Monocyte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7"/>
          <p:cNvSpPr txBox="1"/>
          <p:nvPr/>
        </p:nvSpPr>
        <p:spPr>
          <a:xfrm>
            <a:off x="7108656" y="3903310"/>
            <a:ext cx="18953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Metamyelocyte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7"/>
          <p:cNvSpPr txBox="1"/>
          <p:nvPr/>
        </p:nvSpPr>
        <p:spPr>
          <a:xfrm>
            <a:off x="8886656" y="3903310"/>
            <a:ext cx="18953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Neutrophil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7"/>
          <p:cNvSpPr txBox="1"/>
          <p:nvPr/>
        </p:nvSpPr>
        <p:spPr>
          <a:xfrm>
            <a:off x="10684976" y="3903310"/>
            <a:ext cx="13060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Artefact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2" name="Google Shape;552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40255" y="2289175"/>
            <a:ext cx="1507490" cy="151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8"/>
          <p:cNvSpPr txBox="1"/>
          <p:nvPr>
            <p:ph type="ctrTitle"/>
          </p:nvPr>
        </p:nvSpPr>
        <p:spPr>
          <a:xfrm>
            <a:off x="6991350" y="2148840"/>
            <a:ext cx="4179570" cy="17155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THE FEATURES</a:t>
            </a:r>
            <a:endParaRPr/>
          </a:p>
        </p:txBody>
      </p:sp>
      <p:sp>
        <p:nvSpPr>
          <p:cNvPr id="558" name="Google Shape;558;p8"/>
          <p:cNvSpPr txBox="1"/>
          <p:nvPr>
            <p:ph idx="1" type="subTitle"/>
          </p:nvPr>
        </p:nvSpPr>
        <p:spPr>
          <a:xfrm>
            <a:off x="6991350" y="3962003"/>
            <a:ext cx="417957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3 REGIONS OF INTEREST</a:t>
            </a:r>
            <a:endParaRPr/>
          </a:p>
        </p:txBody>
      </p:sp>
      <p:sp>
        <p:nvSpPr>
          <p:cNvPr id="564" name="Google Shape;56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PRESENTATION TITLE</a:t>
            </a:r>
            <a:endParaRPr/>
          </a:p>
        </p:txBody>
      </p:sp>
      <p:sp>
        <p:nvSpPr>
          <p:cNvPr id="565" name="Google Shape;56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66" name="Google Shape;56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9040" y="2042021"/>
            <a:ext cx="2743200" cy="2245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&#10;&#10;Description générée automatiquement" id="567" name="Google Shape;56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400" y="2042021"/>
            <a:ext cx="2743200" cy="2245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&#10;&#10;Description générée automatiquement" id="568" name="Google Shape;56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07680" y="2042021"/>
            <a:ext cx="2743200" cy="2245637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9"/>
          <p:cNvSpPr txBox="1"/>
          <p:nvPr/>
        </p:nvSpPr>
        <p:spPr>
          <a:xfrm>
            <a:off x="1652737" y="4401151"/>
            <a:ext cx="168201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Cyto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(full cell)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9"/>
          <p:cNvSpPr txBox="1"/>
          <p:nvPr/>
        </p:nvSpPr>
        <p:spPr>
          <a:xfrm>
            <a:off x="4842976" y="4543390"/>
            <a:ext cx="24135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Cytoonly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(only cytoplasm)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9"/>
          <p:cNvSpPr txBox="1"/>
          <p:nvPr/>
        </p:nvSpPr>
        <p:spPr>
          <a:xfrm>
            <a:off x="8693616" y="4543390"/>
            <a:ext cx="19258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Nucleus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6" name="Google Shape;57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1758" y="2213610"/>
            <a:ext cx="3875088" cy="3163888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10"/>
          <p:cNvSpPr txBox="1"/>
          <p:nvPr/>
        </p:nvSpPr>
        <p:spPr>
          <a:xfrm>
            <a:off x="1290638" y="5587365"/>
            <a:ext cx="3875088" cy="958533"/>
          </a:xfrm>
          <a:prstGeom prst="rect">
            <a:avLst/>
          </a:prstGeom>
          <a:solidFill>
            <a:srgbClr val="000000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coloring agents that stain: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Char char="-"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Nucleus in blue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Char char="-"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Cytoplasm in pink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8" name="Google Shape;57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7053" y="2162810"/>
            <a:ext cx="5570538" cy="3163888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10"/>
          <p:cNvSpPr txBox="1"/>
          <p:nvPr/>
        </p:nvSpPr>
        <p:spPr>
          <a:xfrm>
            <a:off x="5688013" y="5587365"/>
            <a:ext cx="5570538" cy="958533"/>
          </a:xfrm>
          <a:prstGeom prst="rect">
            <a:avLst/>
          </a:prstGeom>
          <a:solidFill>
            <a:srgbClr val="000000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Different ways to characterize a colour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0"/>
          <p:cNvSpPr txBox="1"/>
          <p:nvPr>
            <p:ph type="title"/>
          </p:nvPr>
        </p:nvSpPr>
        <p:spPr>
          <a:xfrm>
            <a:off x="2209800" y="914737"/>
            <a:ext cx="7772400" cy="1012806"/>
          </a:xfrm>
          <a:prstGeom prst="rect">
            <a:avLst/>
          </a:prstGeom>
          <a:solidFill>
            <a:srgbClr val="FFFFFF">
              <a:alpha val="9803"/>
            </a:srgbClr>
          </a:solidFill>
          <a:ln cap="sq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COLOUR FEATURES</a:t>
            </a:r>
            <a:endParaRPr/>
          </a:p>
        </p:txBody>
      </p:sp>
      <p:sp>
        <p:nvSpPr>
          <p:cNvPr id="581" name="Google Shape;581;p10"/>
          <p:cNvSpPr txBox="1"/>
          <p:nvPr>
            <p:ph idx="12" type="sldNum"/>
          </p:nvPr>
        </p:nvSpPr>
        <p:spPr>
          <a:xfrm>
            <a:off x="9077960" y="617347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‹#›</a:t>
            </a:fld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1"/>
          <p:cNvSpPr txBox="1"/>
          <p:nvPr>
            <p:ph type="title"/>
          </p:nvPr>
        </p:nvSpPr>
        <p:spPr>
          <a:xfrm>
            <a:off x="638881" y="417576"/>
            <a:ext cx="10909640" cy="12493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lang="en-US" sz="6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GEOMETRIC FEATURES</a:t>
            </a:r>
            <a:endParaRPr/>
          </a:p>
        </p:txBody>
      </p:sp>
      <p:sp>
        <p:nvSpPr>
          <p:cNvPr id="588" name="Google Shape;588;p11"/>
          <p:cNvSpPr/>
          <p:nvPr/>
        </p:nvSpPr>
        <p:spPr>
          <a:xfrm>
            <a:off x="3807702" y="1733454"/>
            <a:ext cx="4572000" cy="18288"/>
          </a:xfrm>
          <a:custGeom>
            <a:rect b="b" l="l" r="r" t="t"/>
            <a:pathLst>
              <a:path extrusionOk="0" fill="none" h="18288" w="457200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57200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9" name="Google Shape;58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2665446"/>
            <a:ext cx="11548872" cy="3522405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PRESENTATION TITLE</a:t>
            </a:r>
            <a:endParaRPr/>
          </a:p>
        </p:txBody>
      </p:sp>
      <p:sp>
        <p:nvSpPr>
          <p:cNvPr id="591" name="Google Shape;59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2"/>
          <p:cNvSpPr/>
          <p:nvPr/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2"/>
          <p:cNvSpPr txBox="1"/>
          <p:nvPr/>
        </p:nvSpPr>
        <p:spPr>
          <a:xfrm>
            <a:off x="4008120" y="921385"/>
            <a:ext cx="3250565" cy="37115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Hematoxylin_Mean_nuclei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Hematoxylin_Std_dev_nuclei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Hematoxylin_Min_nuclei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Hematoxylin_Max_nuclei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Hematoxylin_Median_nuclei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Eosin_Mean_nuclei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Eosin_Std_dev_nuclei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Eosin_Min_nuclei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Eosin_Max_nuclei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Hue_Mean_nuclei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Saturation_Mean_nuclei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Saturation_Std_dev_nuclei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Saturation_Min_nuclei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Saturation_Max_nuclei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Saturation_Median_nuclei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Eosin_Median_nuclei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Area_µm^2_nuclei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2"/>
          <p:cNvSpPr txBox="1"/>
          <p:nvPr/>
        </p:nvSpPr>
        <p:spPr>
          <a:xfrm>
            <a:off x="7714298" y="921385"/>
            <a:ext cx="4310063" cy="371538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Hematoxylin_Mean_cytoonly​​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Hematoxylin_Std_dev_cytoonly​​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Hematoxylin_Min_cytoonly​​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Hematoxylin_Max_cytoonly​​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Hematoxylin_Median_cytoonly​​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Eosin_Mean_cytoonly​​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Eosin_Std_dev_cytoonly​​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Eosin_Min_cytoonly​​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Eosin_Max_cytoonly​​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Hue_Mean_cytoonly​​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Saturation_Mean_cytoonly​​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Saturation_Std_dev_cytoonly​​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Saturation_Min_cytoonly​​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Saturation_Max_cytoonly​​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Saturation_Median_cytoonly​​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Eosin_Median_cytoonly​​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Area_µm^2_cytoonly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2"/>
          <p:cNvSpPr txBox="1"/>
          <p:nvPr/>
        </p:nvSpPr>
        <p:spPr>
          <a:xfrm>
            <a:off x="5814374" y="4915850"/>
            <a:ext cx="2796300" cy="15765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Length_µm_cyto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Circularity_cyto​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Solidity_cyto​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Max_diameter_µm_cyto​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Min_diameter_µm_cyto​</a:t>
            </a:r>
            <a:b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Perimeter_µm_cyto​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2"/>
          <p:cNvSpPr/>
          <p:nvPr>
            <p:ph type="title"/>
          </p:nvPr>
        </p:nvSpPr>
        <p:spPr>
          <a:xfrm>
            <a:off x="838200" y="2057400"/>
            <a:ext cx="2743200" cy="2743200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DATASET</a:t>
            </a:r>
            <a:endParaRPr/>
          </a:p>
        </p:txBody>
      </p:sp>
      <p:sp>
        <p:nvSpPr>
          <p:cNvPr id="601" name="Google Shape;60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‹#›</a:t>
            </a:fld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3"/>
          <p:cNvSpPr/>
          <p:nvPr/>
        </p:nvSpPr>
        <p:spPr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cap="sq" cmpd="thinThick" w="12700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3"/>
          <p:cNvSpPr txBox="1"/>
          <p:nvPr>
            <p:ph type="title"/>
          </p:nvPr>
        </p:nvSpPr>
        <p:spPr>
          <a:xfrm>
            <a:off x="546351" y="433545"/>
            <a:ext cx="11139854" cy="9304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lang="en-US" sz="3800">
                <a:solidFill>
                  <a:srgbClr val="FFFFFF"/>
                </a:solidFill>
              </a:rPr>
              <a:t>REPARTITION OF THE CLASSES WITH FEATURES</a:t>
            </a:r>
            <a:endParaRPr/>
          </a:p>
        </p:txBody>
      </p:sp>
      <p:cxnSp>
        <p:nvCxnSpPr>
          <p:cNvPr id="608" name="Google Shape;608;p13"/>
          <p:cNvCxnSpPr/>
          <p:nvPr/>
        </p:nvCxnSpPr>
        <p:spPr>
          <a:xfrm>
            <a:off x="2230078" y="1522292"/>
            <a:ext cx="7772400" cy="0"/>
          </a:xfrm>
          <a:prstGeom prst="straightConnector1">
            <a:avLst/>
          </a:prstGeom>
          <a:noFill/>
          <a:ln cap="flat" cmpd="sng" w="22225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609" name="Google Shape;60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6555" y="2426818"/>
            <a:ext cx="3225941" cy="39976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0" name="Google Shape;610;p13"/>
          <p:cNvCxnSpPr/>
          <p:nvPr/>
        </p:nvCxnSpPr>
        <p:spPr>
          <a:xfrm>
            <a:off x="6116278" y="2596836"/>
            <a:ext cx="0" cy="3657600"/>
          </a:xfrm>
          <a:prstGeom prst="straightConnector1">
            <a:avLst/>
          </a:prstGeom>
          <a:noFill/>
          <a:ln cap="flat" cmpd="dbl" w="1016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611" name="Google Shape;61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6382" y="2426818"/>
            <a:ext cx="4773298" cy="3997637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13"/>
          <p:cNvSpPr txBox="1"/>
          <p:nvPr>
            <p:ph idx="11" type="ftr"/>
          </p:nvPr>
        </p:nvSpPr>
        <p:spPr>
          <a:xfrm>
            <a:off x="4038600" y="652243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PRESENTATION TITLE</a:t>
            </a:r>
            <a:endParaRPr/>
          </a:p>
        </p:txBody>
      </p:sp>
      <p:sp>
        <p:nvSpPr>
          <p:cNvPr id="613" name="Google Shape;613;p13"/>
          <p:cNvSpPr txBox="1"/>
          <p:nvPr>
            <p:ph idx="12" type="sldNum"/>
          </p:nvPr>
        </p:nvSpPr>
        <p:spPr>
          <a:xfrm>
            <a:off x="8603343" y="652243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</a:rPr>
              <a:t>‹#›</a:t>
            </a:fld>
            <a:endParaRPr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"/>
          <p:cNvSpPr txBox="1"/>
          <p:nvPr>
            <p:ph type="title"/>
          </p:nvPr>
        </p:nvSpPr>
        <p:spPr>
          <a:xfrm>
            <a:off x="1333500" y="496175"/>
            <a:ext cx="4756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OVERVIEW</a:t>
            </a:r>
            <a:endParaRPr/>
          </a:p>
        </p:txBody>
      </p:sp>
      <p:sp>
        <p:nvSpPr>
          <p:cNvPr id="619" name="Google Shape;619;p2"/>
          <p:cNvSpPr txBox="1"/>
          <p:nvPr>
            <p:ph idx="1" type="body"/>
          </p:nvPr>
        </p:nvSpPr>
        <p:spPr>
          <a:xfrm>
            <a:off x="1333500" y="2009503"/>
            <a:ext cx="4756800" cy="25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28575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urier New"/>
              <a:buChar char="o"/>
            </a:pPr>
            <a:r>
              <a:rPr lang="en-US" sz="1600"/>
              <a:t>Pre-processing</a:t>
            </a:r>
            <a:endParaRPr sz="1600"/>
          </a:p>
          <a:p>
            <a:pPr indent="-298450" lvl="0" marL="28575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urier New"/>
              <a:buChar char="o"/>
            </a:pPr>
            <a:r>
              <a:rPr lang="en-US" sz="1600"/>
              <a:t>Visualization</a:t>
            </a:r>
            <a:r>
              <a:rPr lang="en-US" sz="1600"/>
              <a:t> of the data and the features</a:t>
            </a:r>
            <a:endParaRPr sz="1600"/>
          </a:p>
          <a:p>
            <a:pPr indent="-298450" lvl="0" marL="28575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urier New"/>
              <a:buChar char="o"/>
            </a:pPr>
            <a:r>
              <a:rPr lang="en-US" sz="1600"/>
              <a:t>Training ML models</a:t>
            </a:r>
            <a:endParaRPr sz="1600"/>
          </a:p>
          <a:p>
            <a:pPr indent="-228600" lvl="1" marL="91440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SVM</a:t>
            </a:r>
            <a:endParaRPr sz="1600"/>
          </a:p>
          <a:p>
            <a:pPr indent="-228600" lvl="1" marL="91440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Random Forest</a:t>
            </a:r>
            <a:endParaRPr sz="1600"/>
          </a:p>
          <a:p>
            <a:pPr indent="-298450" lvl="0" marL="28575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urier New"/>
              <a:buChar char="o"/>
            </a:pPr>
            <a:r>
              <a:rPr lang="en-US" sz="1600"/>
              <a:t>Evaluate performance</a:t>
            </a:r>
            <a:endParaRPr sz="1600"/>
          </a:p>
          <a:p>
            <a:pPr indent="-298450" lvl="0" marL="28575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urier New"/>
              <a:buChar char="o"/>
            </a:pPr>
            <a:r>
              <a:rPr lang="en-US" sz="1600"/>
              <a:t>Improve the models</a:t>
            </a:r>
            <a:endParaRPr sz="1600"/>
          </a:p>
          <a:p>
            <a:pPr indent="-298450" lvl="0" marL="28575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ourier New"/>
              <a:buChar char="o"/>
            </a:pPr>
            <a:r>
              <a:rPr lang="en-US" sz="1600"/>
              <a:t>Interpretation</a:t>
            </a:r>
            <a:endParaRPr sz="1600"/>
          </a:p>
        </p:txBody>
      </p:sp>
      <p:sp>
        <p:nvSpPr>
          <p:cNvPr id="620" name="Google Shape;620;p2"/>
          <p:cNvSpPr txBox="1"/>
          <p:nvPr>
            <p:ph idx="11" type="ftr"/>
          </p:nvPr>
        </p:nvSpPr>
        <p:spPr>
          <a:xfrm>
            <a:off x="2669886" y="6356349"/>
            <a:ext cx="248284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PRESENTATION TITLE</a:t>
            </a:r>
            <a:endParaRPr/>
          </a:p>
        </p:txBody>
      </p:sp>
      <p:sp>
        <p:nvSpPr>
          <p:cNvPr id="621" name="Google Shape;621;p2"/>
          <p:cNvSpPr txBox="1"/>
          <p:nvPr>
            <p:ph idx="12" type="sldNum"/>
          </p:nvPr>
        </p:nvSpPr>
        <p:spPr>
          <a:xfrm>
            <a:off x="5536305" y="6356350"/>
            <a:ext cx="987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4"/>
          <p:cNvSpPr txBox="1"/>
          <p:nvPr>
            <p:ph type="ctrTitle"/>
          </p:nvPr>
        </p:nvSpPr>
        <p:spPr>
          <a:xfrm>
            <a:off x="6991350" y="2148840"/>
            <a:ext cx="4179570" cy="17155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TRAINING MODELS</a:t>
            </a:r>
            <a:endParaRPr/>
          </a:p>
        </p:txBody>
      </p:sp>
      <p:sp>
        <p:nvSpPr>
          <p:cNvPr id="627" name="Google Shape;627;p14"/>
          <p:cNvSpPr txBox="1"/>
          <p:nvPr>
            <p:ph idx="1" type="subTitle"/>
          </p:nvPr>
        </p:nvSpPr>
        <p:spPr>
          <a:xfrm>
            <a:off x="6991350" y="3962003"/>
            <a:ext cx="417957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2680f6110f_0_1303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Filter emails between SPAM and not SPAM</a:t>
            </a:r>
            <a:endParaRPr/>
          </a:p>
        </p:txBody>
      </p:sp>
      <p:sp>
        <p:nvSpPr>
          <p:cNvPr id="633" name="Google Shape;633;g32680f6110f_0_1303"/>
          <p:cNvSpPr txBox="1"/>
          <p:nvPr>
            <p:ph idx="1" type="body"/>
          </p:nvPr>
        </p:nvSpPr>
        <p:spPr>
          <a:xfrm>
            <a:off x="1738400" y="2653400"/>
            <a:ext cx="9374100" cy="3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77500" lnSpcReduction="20000"/>
          </a:bodyPr>
          <a:lstStyle/>
          <a:p>
            <a:pPr indent="0" lvl="0" marL="2921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ct val="115449"/>
              <a:buNone/>
            </a:pPr>
            <a:r>
              <a:rPr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characteristics of the email: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921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ct val="115449"/>
              <a:buNone/>
            </a:pPr>
            <a:r>
              <a:rPr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8026" lvl="0" marL="609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ct val="121052"/>
              <a:buFont typeface="Arial"/>
              <a:buChar char="●"/>
            </a:pPr>
            <a:r>
              <a:rPr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Email Length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8026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1052"/>
              <a:buFont typeface="Arial"/>
              <a:buChar char="●"/>
            </a:pPr>
            <a:r>
              <a:rPr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Recipients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ct val="115449"/>
              <a:buNone/>
            </a:pPr>
            <a:r>
              <a:rPr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ct val="115449"/>
              <a:buNone/>
            </a:pPr>
            <a:r>
              <a:rPr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921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ct val="115449"/>
              <a:buNone/>
            </a:pPr>
            <a:r>
              <a:rPr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ct val="129032"/>
              <a:buNone/>
            </a:pPr>
            <a:r>
              <a:t/>
            </a:r>
            <a:endParaRPr/>
          </a:p>
        </p:txBody>
      </p:sp>
      <p:pic>
        <p:nvPicPr>
          <p:cNvPr id="634" name="Google Shape;634;g32680f6110f_0_13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8067" y="2477567"/>
            <a:ext cx="4183600" cy="2953633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g32680f6110f_0_1303"/>
          <p:cNvSpPr txBox="1"/>
          <p:nvPr/>
        </p:nvSpPr>
        <p:spPr>
          <a:xfrm>
            <a:off x="10008000" y="3429000"/>
            <a:ext cx="2184000" cy="21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2921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SPAM​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921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921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SPAM​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36" name="Google Shape;636;g32680f6110f_0_1303"/>
          <p:cNvSpPr/>
          <p:nvPr/>
        </p:nvSpPr>
        <p:spPr>
          <a:xfrm>
            <a:off x="9878333" y="4610300"/>
            <a:ext cx="268500" cy="280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37" name="Google Shape;637;g32680f6110f_0_1303"/>
          <p:cNvSpPr/>
          <p:nvPr/>
        </p:nvSpPr>
        <p:spPr>
          <a:xfrm>
            <a:off x="9878333" y="3542800"/>
            <a:ext cx="268500" cy="2808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2680f6110f_0_666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US"/>
              <a:t>Linear Classification</a:t>
            </a:r>
            <a:endParaRPr/>
          </a:p>
        </p:txBody>
      </p:sp>
      <p:sp>
        <p:nvSpPr>
          <p:cNvPr id="643" name="Google Shape;643;g32680f6110f_0_666"/>
          <p:cNvSpPr txBox="1"/>
          <p:nvPr>
            <p:ph idx="1" type="body"/>
          </p:nvPr>
        </p:nvSpPr>
        <p:spPr>
          <a:xfrm>
            <a:off x="5568133" y="2346900"/>
            <a:ext cx="5748900" cy="3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2921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700"/>
              <a:buNone/>
            </a:pPr>
            <a:r>
              <a:rPr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a new email arrives: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0850" lvl="0" marL="15367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●"/>
            </a:pPr>
            <a:r>
              <a:rPr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placed in the space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0850" lvl="0" marL="1536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●"/>
            </a:pPr>
            <a:r>
              <a:rPr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label is given depending on its position​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644" name="Google Shape;644;g32680f6110f_0_6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567" y="2130500"/>
            <a:ext cx="4790234" cy="3540233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g32680f6110f_0_666"/>
          <p:cNvSpPr txBox="1"/>
          <p:nvPr/>
        </p:nvSpPr>
        <p:spPr>
          <a:xfrm>
            <a:off x="368380" y="1835206"/>
            <a:ext cx="3251700" cy="28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2680f6110f_0_673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US"/>
              <a:t>Linear Classification</a:t>
            </a:r>
            <a:endParaRPr/>
          </a:p>
        </p:txBody>
      </p:sp>
      <p:pic>
        <p:nvPicPr>
          <p:cNvPr id="651" name="Google Shape;651;g32680f6110f_0_6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1700" y="1610733"/>
            <a:ext cx="3974034" cy="3414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g32680f6110f_0_6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72800" y="2177433"/>
            <a:ext cx="3010666" cy="3010666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g32680f6110f_0_673"/>
          <p:cNvSpPr txBox="1"/>
          <p:nvPr/>
        </p:nvSpPr>
        <p:spPr>
          <a:xfrm>
            <a:off x="6417400" y="2068900"/>
            <a:ext cx="4821300" cy="3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-450850" lvl="0" marL="15367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●"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these lines work, which on will we chose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09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0850" lvl="0" marL="15367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●"/>
            </a:pPr>
            <a:r>
              <a:rPr b="0" i="1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chose the border that maximises the margin between the two closest blue and red points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54" name="Google Shape;654;g32680f6110f_0_673"/>
          <p:cNvSpPr txBox="1"/>
          <p:nvPr/>
        </p:nvSpPr>
        <p:spPr>
          <a:xfrm>
            <a:off x="4854000" y="5101800"/>
            <a:ext cx="24840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Margin Classifier​</a:t>
            </a:r>
            <a:endParaRPr b="0" i="0" sz="1900" u="none" cap="none" strike="noStrike">
              <a:solidFill>
                <a:srgbClr val="ED7D3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SVM</a:t>
            </a:r>
            <a:r>
              <a:rPr b="0" i="0" lang="en-US" sz="1900" u="none" cap="none" strike="noStrike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b="0" i="0" sz="1900" u="none" cap="none" strike="noStrike">
              <a:solidFill>
                <a:srgbClr val="ED7D3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2680f6110f_0_681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US"/>
              <a:t>Non linear classifier</a:t>
            </a:r>
            <a:endParaRPr/>
          </a:p>
        </p:txBody>
      </p:sp>
      <p:sp>
        <p:nvSpPr>
          <p:cNvPr id="660" name="Google Shape;660;g32680f6110f_0_681"/>
          <p:cNvSpPr txBox="1"/>
          <p:nvPr>
            <p:ph idx="1" type="body"/>
          </p:nvPr>
        </p:nvSpPr>
        <p:spPr>
          <a:xfrm>
            <a:off x="1693700" y="2161733"/>
            <a:ext cx="9374100" cy="3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450850" lvl="0" marL="15367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●"/>
            </a:pPr>
            <a:r>
              <a:rPr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border can be non linear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0850" lvl="0" marL="1536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●"/>
            </a:pPr>
            <a:r>
              <a:rPr lang="en-U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adapts better to data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661" name="Google Shape;661;g32680f6110f_0_6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6767" y="3567233"/>
            <a:ext cx="4630600" cy="320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2680f6110f_0_687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US"/>
              <a:t>Autres exemples d’algorithmes​</a:t>
            </a:r>
            <a:endParaRPr/>
          </a:p>
        </p:txBody>
      </p:sp>
      <p:pic>
        <p:nvPicPr>
          <p:cNvPr id="667" name="Google Shape;667;g32680f6110f_0_6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8967" y="2398517"/>
            <a:ext cx="2101967" cy="2060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g32680f6110f_0_6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2467" y="2130500"/>
            <a:ext cx="5010133" cy="2464734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g32680f6110f_0_687"/>
          <p:cNvSpPr txBox="1"/>
          <p:nvPr/>
        </p:nvSpPr>
        <p:spPr>
          <a:xfrm>
            <a:off x="406400" y="406400"/>
            <a:ext cx="39999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g32680f6110f_0_687"/>
          <p:cNvSpPr txBox="1"/>
          <p:nvPr/>
        </p:nvSpPr>
        <p:spPr>
          <a:xfrm>
            <a:off x="651300" y="4776333"/>
            <a:ext cx="4833600" cy="11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2921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K-nearest Neighbours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71" name="Google Shape;671;g32680f6110f_0_687"/>
          <p:cNvSpPr txBox="1"/>
          <p:nvPr/>
        </p:nvSpPr>
        <p:spPr>
          <a:xfrm>
            <a:off x="6819667" y="4821000"/>
            <a:ext cx="3678000" cy="12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2921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Trees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72" name="Google Shape;672;g32680f6110f_0_687"/>
          <p:cNvSpPr txBox="1"/>
          <p:nvPr/>
        </p:nvSpPr>
        <p:spPr>
          <a:xfrm>
            <a:off x="887567" y="5517067"/>
            <a:ext cx="4424700" cy="16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do we chose k?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do we measure distances?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73" name="Google Shape;673;g32680f6110f_0_687"/>
          <p:cNvSpPr txBox="1"/>
          <p:nvPr/>
        </p:nvSpPr>
        <p:spPr>
          <a:xfrm>
            <a:off x="5970400" y="5517067"/>
            <a:ext cx="60981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branch of the tree is a test.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leaves (ultimate nodes) represent a class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2680f6110f_0_698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US"/>
              <a:t>Unsupervised learning</a:t>
            </a:r>
            <a:endParaRPr/>
          </a:p>
        </p:txBody>
      </p:sp>
      <p:pic>
        <p:nvPicPr>
          <p:cNvPr id="679" name="Google Shape;679;g32680f6110f_0_6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8467" y="2601550"/>
            <a:ext cx="4534835" cy="34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g32680f6110f_0_698"/>
          <p:cNvSpPr txBox="1"/>
          <p:nvPr/>
        </p:nvSpPr>
        <p:spPr>
          <a:xfrm>
            <a:off x="6762200" y="2535033"/>
            <a:ext cx="3999900" cy="16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-450850" lvl="0" marL="15367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●"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Works by similarity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0850" lvl="0" marL="15367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●"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new email is associated with similar emails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5"/>
          <p:cNvSpPr txBox="1"/>
          <p:nvPr>
            <p:ph type="title"/>
          </p:nvPr>
        </p:nvSpPr>
        <p:spPr>
          <a:xfrm>
            <a:off x="574040" y="35496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SVM</a:t>
            </a:r>
            <a:endParaRPr/>
          </a:p>
        </p:txBody>
      </p:sp>
      <p:sp>
        <p:nvSpPr>
          <p:cNvPr id="686" name="Google Shape;68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PRESENTATION TITLE</a:t>
            </a:r>
            <a:endParaRPr/>
          </a:p>
        </p:txBody>
      </p:sp>
      <p:sp>
        <p:nvSpPr>
          <p:cNvPr id="687" name="Google Shape;68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Une image contenant lumière, laser&#10;&#10;Description générée automatiquement" id="688" name="Google Shape;68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8240" y="1334833"/>
            <a:ext cx="4013200" cy="3426333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15"/>
          <p:cNvSpPr txBox="1"/>
          <p:nvPr/>
        </p:nvSpPr>
        <p:spPr>
          <a:xfrm>
            <a:off x="2926079" y="5019039"/>
            <a:ext cx="66243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Goal: find the best boundary to delineate the regions of space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RANDOM FOREST</a:t>
            </a:r>
            <a:endParaRPr/>
          </a:p>
        </p:txBody>
      </p:sp>
      <p:sp>
        <p:nvSpPr>
          <p:cNvPr id="695" name="Google Shape;69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PRESENTATION TITLE</a:t>
            </a:r>
            <a:endParaRPr/>
          </a:p>
        </p:txBody>
      </p:sp>
      <p:sp>
        <p:nvSpPr>
          <p:cNvPr id="696" name="Google Shape;69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97" name="Google Shape;69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2320" y="1445508"/>
            <a:ext cx="5171439" cy="3966984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16"/>
          <p:cNvSpPr txBox="1"/>
          <p:nvPr/>
        </p:nvSpPr>
        <p:spPr>
          <a:xfrm>
            <a:off x="2854959" y="5191759"/>
            <a:ext cx="73456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Goal: find the best decision trees to obtain a majority of good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7"/>
          <p:cNvSpPr txBox="1"/>
          <p:nvPr>
            <p:ph type="ctrTitle"/>
          </p:nvPr>
        </p:nvSpPr>
        <p:spPr>
          <a:xfrm>
            <a:off x="6991350" y="2148840"/>
            <a:ext cx="4179570" cy="17155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EVALUATION METRICS</a:t>
            </a:r>
            <a:endParaRPr/>
          </a:p>
        </p:txBody>
      </p:sp>
      <p:sp>
        <p:nvSpPr>
          <p:cNvPr id="704" name="Google Shape;704;p17"/>
          <p:cNvSpPr txBox="1"/>
          <p:nvPr>
            <p:ph idx="1" type="subTitle"/>
          </p:nvPr>
        </p:nvSpPr>
        <p:spPr>
          <a:xfrm>
            <a:off x="6991350" y="3962003"/>
            <a:ext cx="417957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8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18"/>
          <p:cNvSpPr txBox="1"/>
          <p:nvPr>
            <p:ph type="title"/>
          </p:nvPr>
        </p:nvSpPr>
        <p:spPr>
          <a:xfrm>
            <a:off x="838198" y="547815"/>
            <a:ext cx="5167185" cy="1680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/>
              <a:t>CONFUSION MATRIX</a:t>
            </a:r>
            <a:endParaRPr/>
          </a:p>
        </p:txBody>
      </p:sp>
      <p:sp>
        <p:nvSpPr>
          <p:cNvPr id="711" name="Google Shape;711;p18"/>
          <p:cNvSpPr txBox="1"/>
          <p:nvPr/>
        </p:nvSpPr>
        <p:spPr>
          <a:xfrm>
            <a:off x="6186619" y="547815"/>
            <a:ext cx="5178960" cy="1680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Visualises the predictions of the 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normalised or not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2" name="Google Shape;7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926" y="1964724"/>
            <a:ext cx="3985009" cy="411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7842" y="1964724"/>
            <a:ext cx="4076449" cy="4168346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  <p:sp>
        <p:nvSpPr>
          <p:cNvPr id="715" name="Google Shape;715;p18"/>
          <p:cNvSpPr txBox="1"/>
          <p:nvPr/>
        </p:nvSpPr>
        <p:spPr>
          <a:xfrm>
            <a:off x="2587457" y="6179151"/>
            <a:ext cx="16820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18"/>
          <p:cNvSpPr txBox="1"/>
          <p:nvPr/>
        </p:nvSpPr>
        <p:spPr>
          <a:xfrm>
            <a:off x="7687776" y="6179150"/>
            <a:ext cx="24135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normalized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THE EXISTING METRICS</a:t>
            </a:r>
            <a:endParaRPr/>
          </a:p>
        </p:txBody>
      </p:sp>
      <p:sp>
        <p:nvSpPr>
          <p:cNvPr id="722" name="Google Shape;72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PRESENTATION TITLE</a:t>
            </a:r>
            <a:endParaRPr/>
          </a:p>
        </p:txBody>
      </p:sp>
      <p:sp>
        <p:nvSpPr>
          <p:cNvPr id="723" name="Google Shape;72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Une image contenant texte, antenne, horloge&#10;&#10;Description générée automatiquement" id="724" name="Google Shape;72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8960" y="2362517"/>
            <a:ext cx="609600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&#10;&#10;Description générée automatiquement" id="725" name="Google Shape;72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7677" y="1260792"/>
            <a:ext cx="4012565" cy="1064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horloge&#10;&#10;Description générée automatiquement" id="726" name="Google Shape;72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08132" y="3611245"/>
            <a:ext cx="3579495" cy="1057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92462" y="5036502"/>
            <a:ext cx="5410835" cy="1072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1"/>
          <p:cNvSpPr txBox="1"/>
          <p:nvPr>
            <p:ph type="title"/>
          </p:nvPr>
        </p:nvSpPr>
        <p:spPr>
          <a:xfrm>
            <a:off x="878840" y="131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ACCURACY GRAPE</a:t>
            </a:r>
            <a:endParaRPr/>
          </a:p>
        </p:txBody>
      </p:sp>
      <p:sp>
        <p:nvSpPr>
          <p:cNvPr id="733" name="Google Shape;73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PRESENTATION TITLE</a:t>
            </a:r>
            <a:endParaRPr/>
          </a:p>
        </p:txBody>
      </p:sp>
      <p:sp>
        <p:nvSpPr>
          <p:cNvPr id="734" name="Google Shape;73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Orange contour" id="735" name="Google Shape;73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1280" y="296164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range contour" id="736" name="Google Shape;7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9520" y="296164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range contour" id="737" name="Google Shape;73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27120" y="296164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aisins avec un remplissage uni" id="738" name="Google Shape;73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9040" y="163068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aisins avec un remplissage uni" id="739" name="Google Shape;73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8079" y="163068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aisins avec un remplissage uni" id="740" name="Google Shape;74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27119" y="163068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anas avec un remplissage uni" id="741" name="Google Shape;74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0320" y="427228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anas avec un remplissage uni" id="742" name="Google Shape;74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09519" y="427228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anas avec un remplissage uni" id="743" name="Google Shape;74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88079" y="42722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21"/>
          <p:cNvSpPr txBox="1"/>
          <p:nvPr/>
        </p:nvSpPr>
        <p:spPr>
          <a:xfrm>
            <a:off x="2611120" y="1016000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1"/>
          <p:cNvSpPr txBox="1"/>
          <p:nvPr/>
        </p:nvSpPr>
        <p:spPr>
          <a:xfrm>
            <a:off x="8117840" y="1087119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range contour" id="746" name="Google Shape;7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9440" y="435356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range contour" id="747" name="Google Shape;74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0880" y="298196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range contour" id="748" name="Google Shape;74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28479" y="298196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aisins avec un remplissage uni" id="749" name="Google Shape;74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0399" y="16510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aisins avec un remplissage uni" id="750" name="Google Shape;75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19438" y="16510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anas avec un remplissage uni" id="751" name="Google Shape;75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0878" y="42926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anas avec un remplissage uni" id="752" name="Google Shape;75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91678" y="295148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aisins avec un remplissage uni" id="753" name="Google Shape;75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0397" y="440435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ermer avec un remplissage uni" id="754" name="Google Shape;75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86320" y="4922520"/>
            <a:ext cx="497840" cy="497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che avec un remplissage uni" id="755" name="Google Shape;75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67600" y="2118360"/>
            <a:ext cx="457200" cy="497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che avec un remplissage uni" id="756" name="Google Shape;75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46159" y="2128519"/>
            <a:ext cx="457200" cy="497840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21"/>
          <p:cNvSpPr txBox="1"/>
          <p:nvPr/>
        </p:nvSpPr>
        <p:spPr>
          <a:xfrm>
            <a:off x="4541520" y="5730238"/>
            <a:ext cx="2743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Accuracy = 7/9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che avec un remplissage uni" id="758" name="Google Shape;75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48879" y="3378199"/>
            <a:ext cx="457200" cy="497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che avec un remplissage uni" id="759" name="Google Shape;75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98558" y="3398518"/>
            <a:ext cx="457200" cy="497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che avec un remplissage uni" id="760" name="Google Shape;76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27917" y="3428997"/>
            <a:ext cx="457200" cy="497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che avec un remplissage uni" id="761" name="Google Shape;76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98556" y="4780276"/>
            <a:ext cx="457200" cy="497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che avec un remplissage uni" id="762" name="Google Shape;76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27916" y="4820916"/>
            <a:ext cx="457200" cy="497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range contour" id="763" name="Google Shape;76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30078" y="168147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ermer avec un remplissage uni" id="764" name="Google Shape;76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87280" y="2169160"/>
            <a:ext cx="497840" cy="497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20"/>
          <p:cNvSpPr txBox="1"/>
          <p:nvPr>
            <p:ph type="title"/>
          </p:nvPr>
        </p:nvSpPr>
        <p:spPr>
          <a:xfrm>
            <a:off x="878840" y="131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PRECISION GRAPE</a:t>
            </a:r>
            <a:endParaRPr/>
          </a:p>
        </p:txBody>
      </p:sp>
      <p:sp>
        <p:nvSpPr>
          <p:cNvPr id="770" name="Google Shape;77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PRESENTATION TITLE</a:t>
            </a:r>
            <a:endParaRPr/>
          </a:p>
        </p:txBody>
      </p:sp>
      <p:sp>
        <p:nvSpPr>
          <p:cNvPr id="771" name="Google Shape;77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Orange contour" id="772" name="Google Shape;7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1280" y="296164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range contour" id="773" name="Google Shape;7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9520" y="296164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range contour" id="774" name="Google Shape;7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27120" y="296164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aisins avec un remplissage uni" id="775" name="Google Shape;77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9040" y="163068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aisins avec un remplissage uni" id="776" name="Google Shape;77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8079" y="163068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aisins avec un remplissage uni" id="777" name="Google Shape;77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27119" y="163068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anas avec un remplissage uni" id="778" name="Google Shape;77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0320" y="427228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anas avec un remplissage uni" id="779" name="Google Shape;77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09519" y="427228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anas avec un remplissage uni" id="780" name="Google Shape;78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88079" y="42722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20"/>
          <p:cNvSpPr txBox="1"/>
          <p:nvPr/>
        </p:nvSpPr>
        <p:spPr>
          <a:xfrm>
            <a:off x="2611120" y="1016000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20"/>
          <p:cNvSpPr txBox="1"/>
          <p:nvPr/>
        </p:nvSpPr>
        <p:spPr>
          <a:xfrm>
            <a:off x="8117840" y="1087119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range contour" id="783" name="Google Shape;7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9440" y="435356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range contour" id="784" name="Google Shape;7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0880" y="298196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range contour" id="785" name="Google Shape;7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28479" y="298196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aisins avec un remplissage uni" id="786" name="Google Shape;7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0399" y="16510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aisins avec un remplissage uni" id="787" name="Google Shape;78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19438" y="16510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anas avec un remplissage uni" id="788" name="Google Shape;78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0878" y="42926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anas avec un remplissage uni" id="789" name="Google Shape;78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91678" y="295148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aisins avec un remplissage uni" id="790" name="Google Shape;79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0397" y="440435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ermer avec un remplissage uni" id="791" name="Google Shape;79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86320" y="4922520"/>
            <a:ext cx="497840" cy="497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che avec un remplissage uni" id="792" name="Google Shape;79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67600" y="2118360"/>
            <a:ext cx="457200" cy="497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che avec un remplissage uni" id="793" name="Google Shape;79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46159" y="2128519"/>
            <a:ext cx="457200" cy="497840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20"/>
          <p:cNvSpPr txBox="1"/>
          <p:nvPr/>
        </p:nvSpPr>
        <p:spPr>
          <a:xfrm>
            <a:off x="4541520" y="5730238"/>
            <a:ext cx="2743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Precision = 2/3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range contour" id="795" name="Google Shape;7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6878" y="1711959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22"/>
          <p:cNvSpPr txBox="1"/>
          <p:nvPr>
            <p:ph type="title"/>
          </p:nvPr>
        </p:nvSpPr>
        <p:spPr>
          <a:xfrm>
            <a:off x="878840" y="131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RECALL GRAPE</a:t>
            </a:r>
            <a:endParaRPr/>
          </a:p>
        </p:txBody>
      </p:sp>
      <p:sp>
        <p:nvSpPr>
          <p:cNvPr id="801" name="Google Shape;80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PRESENTATION TITLE</a:t>
            </a:r>
            <a:endParaRPr/>
          </a:p>
        </p:txBody>
      </p:sp>
      <p:sp>
        <p:nvSpPr>
          <p:cNvPr id="802" name="Google Shape;80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Orange contour" id="803" name="Google Shape;80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1280" y="296164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range contour" id="804" name="Google Shape;80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9520" y="296164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range contour" id="805" name="Google Shape;8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27120" y="296164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aisins avec un remplissage uni" id="806" name="Google Shape;80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9040" y="163068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aisins avec un remplissage uni" id="807" name="Google Shape;80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8079" y="163068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aisins avec un remplissage uni" id="808" name="Google Shape;80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27119" y="163068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anas avec un remplissage uni" id="809" name="Google Shape;80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0320" y="427228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anas avec un remplissage uni" id="810" name="Google Shape;81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09519" y="427228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anas avec un remplissage uni" id="811" name="Google Shape;81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88079" y="42722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22"/>
          <p:cNvSpPr txBox="1"/>
          <p:nvPr/>
        </p:nvSpPr>
        <p:spPr>
          <a:xfrm>
            <a:off x="2611120" y="1016000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22"/>
          <p:cNvSpPr txBox="1"/>
          <p:nvPr/>
        </p:nvSpPr>
        <p:spPr>
          <a:xfrm>
            <a:off x="8117840" y="1087119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range contour" id="814" name="Google Shape;8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9440" y="435356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range contour" id="815" name="Google Shape;8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0880" y="298196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range contour" id="816" name="Google Shape;8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28479" y="298196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aisins avec un remplissage uni" id="817" name="Google Shape;81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0399" y="16510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aisins avec un remplissage uni" id="818" name="Google Shape;81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19438" y="16510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anas avec un remplissage uni" id="819" name="Google Shape;81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0878" y="42926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anas avec un remplissage uni" id="820" name="Google Shape;82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91678" y="295148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aisins avec un remplissage uni" id="821" name="Google Shape;82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0397" y="440435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che avec un remplissage uni" id="822" name="Google Shape;82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67600" y="2118360"/>
            <a:ext cx="457200" cy="497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che avec un remplissage uni" id="823" name="Google Shape;82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46159" y="2128519"/>
            <a:ext cx="457200" cy="497840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22"/>
          <p:cNvSpPr txBox="1"/>
          <p:nvPr/>
        </p:nvSpPr>
        <p:spPr>
          <a:xfrm>
            <a:off x="4541520" y="5730238"/>
            <a:ext cx="2743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Recall = 2/3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range contour" id="825" name="Google Shape;8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38638" y="168147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ermer avec un remplissage uni" id="826" name="Google Shape;82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95840" y="2169160"/>
            <a:ext cx="497840" cy="497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ACCURACY VS PRECISION</a:t>
            </a:r>
            <a:endParaRPr/>
          </a:p>
        </p:txBody>
      </p:sp>
      <p:sp>
        <p:nvSpPr>
          <p:cNvPr id="832" name="Google Shape;83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PRESENTATION TITLE</a:t>
            </a:r>
            <a:endParaRPr/>
          </a:p>
        </p:txBody>
      </p:sp>
      <p:sp>
        <p:nvSpPr>
          <p:cNvPr id="833" name="Google Shape;83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Une image contenant extérieur, rouge, lumière, feu de signalisation&#10;&#10;Description générée automatiquement" id="834" name="Google Shape;8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8560" y="1459013"/>
            <a:ext cx="4561840" cy="4732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/>
              <a:t>Dimensionality reduction and imbalance Classes</a:t>
            </a:r>
            <a:endParaRPr b="1"/>
          </a:p>
        </p:txBody>
      </p:sp>
      <p:sp>
        <p:nvSpPr>
          <p:cNvPr id="840" name="Google Shape;84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PRESENTATION TITLE</a:t>
            </a:r>
            <a:endParaRPr/>
          </a:p>
        </p:txBody>
      </p:sp>
      <p:sp>
        <p:nvSpPr>
          <p:cNvPr id="841" name="Google Shape;84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2" name="Google Shape;842;p24"/>
          <p:cNvSpPr txBox="1"/>
          <p:nvPr/>
        </p:nvSpPr>
        <p:spPr>
          <a:xfrm>
            <a:off x="599440" y="2275840"/>
            <a:ext cx="5648960" cy="20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Overfitting problems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Lazy algorithm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PCA, dimensionality reduction methods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3" name="Google Shape;84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9950" y="1799590"/>
            <a:ext cx="2496820" cy="2496820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24"/>
          <p:cNvSpPr txBox="1"/>
          <p:nvPr/>
        </p:nvSpPr>
        <p:spPr>
          <a:xfrm>
            <a:off x="9001760" y="4561840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Overfitting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5" name="Google Shape;84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640" y="4370265"/>
            <a:ext cx="2743199" cy="2059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25"/>
          <p:cNvSpPr txBox="1"/>
          <p:nvPr>
            <p:ph type="ctrTitle"/>
          </p:nvPr>
        </p:nvSpPr>
        <p:spPr>
          <a:xfrm>
            <a:off x="4267200" y="1615736"/>
            <a:ext cx="4179570" cy="15247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851" name="Google Shape;851;p25"/>
          <p:cNvSpPr txBox="1"/>
          <p:nvPr>
            <p:ph idx="1" type="subTitle"/>
          </p:nvPr>
        </p:nvSpPr>
        <p:spPr>
          <a:xfrm>
            <a:off x="4267200" y="3238103"/>
            <a:ext cx="4179570" cy="1371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2" name="Google Shape;852;p25"/>
          <p:cNvSpPr txBox="1"/>
          <p:nvPr>
            <p:ph idx="11" type="ftr"/>
          </p:nvPr>
        </p:nvSpPr>
        <p:spPr>
          <a:xfrm>
            <a:off x="6479721" y="6356350"/>
            <a:ext cx="266155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PRESENTATION TITLE</a:t>
            </a:r>
            <a:endParaRPr/>
          </a:p>
        </p:txBody>
      </p:sp>
      <p:sp>
        <p:nvSpPr>
          <p:cNvPr id="853" name="Google Shape;853;p25"/>
          <p:cNvSpPr txBox="1"/>
          <p:nvPr>
            <p:ph idx="12" type="sldNum"/>
          </p:nvPr>
        </p:nvSpPr>
        <p:spPr>
          <a:xfrm>
            <a:off x="9579428" y="6356350"/>
            <a:ext cx="17743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2023-02-01T16:53:31Z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